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9" r:id="rId1"/>
  </p:sldMasterIdLst>
  <p:notesMasterIdLst>
    <p:notesMasterId r:id="rId34"/>
  </p:notesMasterIdLst>
  <p:handoutMasterIdLst>
    <p:handoutMasterId r:id="rId35"/>
  </p:handoutMasterIdLst>
  <p:sldIdLst>
    <p:sldId id="256" r:id="rId2"/>
    <p:sldId id="257" r:id="rId3"/>
    <p:sldId id="258" r:id="rId4"/>
    <p:sldId id="259" r:id="rId5"/>
    <p:sldId id="260" r:id="rId6"/>
    <p:sldId id="261" r:id="rId7"/>
    <p:sldId id="262" r:id="rId8"/>
    <p:sldId id="263" r:id="rId9"/>
    <p:sldId id="264" r:id="rId10"/>
    <p:sldId id="265" r:id="rId11"/>
    <p:sldId id="285" r:id="rId12"/>
    <p:sldId id="286" r:id="rId13"/>
    <p:sldId id="287"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a:ea typeface="+mn-ea"/>
        <a:cs typeface="+mn-cs"/>
      </a:defRPr>
    </a:lvl1pPr>
    <a:lvl2pPr marL="457200" algn="l" rtl="0" eaLnBrk="0" fontAlgn="base" hangingPunct="0">
      <a:spcBef>
        <a:spcPct val="0"/>
      </a:spcBef>
      <a:spcAft>
        <a:spcPct val="0"/>
      </a:spcAft>
      <a:defRPr sz="2400" kern="1200">
        <a:solidFill>
          <a:schemeClr val="tx1"/>
        </a:solidFill>
        <a:latin typeface="Times New Roman"/>
        <a:ea typeface="+mn-ea"/>
        <a:cs typeface="+mn-cs"/>
      </a:defRPr>
    </a:lvl2pPr>
    <a:lvl3pPr marL="914400" algn="l" rtl="0" eaLnBrk="0" fontAlgn="base" hangingPunct="0">
      <a:spcBef>
        <a:spcPct val="0"/>
      </a:spcBef>
      <a:spcAft>
        <a:spcPct val="0"/>
      </a:spcAft>
      <a:defRPr sz="2400" kern="1200">
        <a:solidFill>
          <a:schemeClr val="tx1"/>
        </a:solidFill>
        <a:latin typeface="Times New Roman"/>
        <a:ea typeface="+mn-ea"/>
        <a:cs typeface="+mn-cs"/>
      </a:defRPr>
    </a:lvl3pPr>
    <a:lvl4pPr marL="1371600" algn="l" rtl="0" eaLnBrk="0" fontAlgn="base" hangingPunct="0">
      <a:spcBef>
        <a:spcPct val="0"/>
      </a:spcBef>
      <a:spcAft>
        <a:spcPct val="0"/>
      </a:spcAft>
      <a:defRPr sz="2400" kern="1200">
        <a:solidFill>
          <a:schemeClr val="tx1"/>
        </a:solidFill>
        <a:latin typeface="Times New Roman"/>
        <a:ea typeface="+mn-ea"/>
        <a:cs typeface="+mn-cs"/>
      </a:defRPr>
    </a:lvl4pPr>
    <a:lvl5pPr marL="1828800" algn="l" rtl="0" eaLnBrk="0" fontAlgn="base" hangingPunct="0">
      <a:spcBef>
        <a:spcPct val="0"/>
      </a:spcBef>
      <a:spcAft>
        <a:spcPct val="0"/>
      </a:spcAft>
      <a:defRPr sz="2400" kern="1200">
        <a:solidFill>
          <a:schemeClr val="tx1"/>
        </a:solidFill>
        <a:latin typeface="Times New Roman"/>
        <a:ea typeface="+mn-ea"/>
        <a:cs typeface="+mn-cs"/>
      </a:defRPr>
    </a:lvl5pPr>
    <a:lvl6pPr marL="2286000" algn="l" defTabSz="914400" rtl="0" eaLnBrk="1" latinLnBrk="0" hangingPunct="1">
      <a:defRPr sz="2400" kern="1200">
        <a:solidFill>
          <a:schemeClr val="tx1"/>
        </a:solidFill>
        <a:latin typeface="Times New Roman"/>
        <a:ea typeface="+mn-ea"/>
        <a:cs typeface="+mn-cs"/>
      </a:defRPr>
    </a:lvl6pPr>
    <a:lvl7pPr marL="2743200" algn="l" defTabSz="914400" rtl="0" eaLnBrk="1" latinLnBrk="0" hangingPunct="1">
      <a:defRPr sz="2400" kern="1200">
        <a:solidFill>
          <a:schemeClr val="tx1"/>
        </a:solidFill>
        <a:latin typeface="Times New Roman"/>
        <a:ea typeface="+mn-ea"/>
        <a:cs typeface="+mn-cs"/>
      </a:defRPr>
    </a:lvl7pPr>
    <a:lvl8pPr marL="3200400" algn="l" defTabSz="914400" rtl="0" eaLnBrk="1" latinLnBrk="0" hangingPunct="1">
      <a:defRPr sz="2400" kern="1200">
        <a:solidFill>
          <a:schemeClr val="tx1"/>
        </a:solidFill>
        <a:latin typeface="Times New Roman"/>
        <a:ea typeface="+mn-ea"/>
        <a:cs typeface="+mn-cs"/>
      </a:defRPr>
    </a:lvl8pPr>
    <a:lvl9pPr marL="3657600" algn="l" defTabSz="914400" rtl="0" eaLnBrk="1" latinLnBrk="0" hangingPunct="1">
      <a:defRPr sz="2400" kern="1200">
        <a:solidFill>
          <a:schemeClr val="tx1"/>
        </a:solidFill>
        <a:latin typeface="Times New Roman"/>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00"/>
    <a:srgbClr val="20396D"/>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95974" autoAdjust="0"/>
  </p:normalViewPr>
  <p:slideViewPr>
    <p:cSldViewPr>
      <p:cViewPr varScale="1">
        <p:scale>
          <a:sx n="98" d="100"/>
          <a:sy n="98" d="100"/>
        </p:scale>
        <p:origin x="1216" y="56"/>
      </p:cViewPr>
      <p:guideLst>
        <p:guide orient="horz" pos="2160"/>
        <p:guide pos="2880"/>
      </p:guideLst>
    </p:cSldViewPr>
  </p:slideViewPr>
  <p:outlineViewPr>
    <p:cViewPr>
      <p:scale>
        <a:sx n="33" d="100"/>
        <a:sy n="33" d="100"/>
      </p:scale>
      <p:origin x="0" y="-9306"/>
    </p:cViewPr>
  </p:outlin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lvl1pPr>
          </a:lstStyle>
          <a:p>
            <a:pPr>
              <a:defRPr/>
            </a:pPr>
            <a:endParaRPr lang="en-US"/>
          </a:p>
        </p:txBody>
      </p:sp>
      <p:sp>
        <p:nvSpPr>
          <p:cNvPr id="27651" name="Rectangle 3"/>
          <p:cNvSpPr>
            <a:spLocks noGrp="1" noChangeArrowheads="1"/>
          </p:cNvSpPr>
          <p:nvPr>
            <p:ph type="dt" sz="quarter" idx="1"/>
          </p:nvPr>
        </p:nvSpPr>
        <p:spPr bwMode="auto">
          <a:xfrm>
            <a:off x="3970938"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lvl1pPr>
          </a:lstStyle>
          <a:p>
            <a:pPr>
              <a:defRPr/>
            </a:pPr>
            <a:fld id="{94633A84-D730-4DB1-B585-7559B92CE5D8}" type="datetimeFigureOut">
              <a:rPr lang="en-US"/>
              <a:pPr>
                <a:defRPr/>
              </a:pPr>
              <a:t>4/4/2026</a:t>
            </a:fld>
            <a:endParaRPr lang="en-US"/>
          </a:p>
        </p:txBody>
      </p:sp>
      <p:sp>
        <p:nvSpPr>
          <p:cNvPr id="27652" name="Rectangle 4"/>
          <p:cNvSpPr>
            <a:spLocks noGrp="1" noChangeArrowheads="1"/>
          </p:cNvSpPr>
          <p:nvPr>
            <p:ph type="ftr" sz="quarter" idx="2"/>
          </p:nvPr>
        </p:nvSpPr>
        <p:spPr bwMode="auto">
          <a:xfrm>
            <a:off x="0"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lvl1pPr>
          </a:lstStyle>
          <a:p>
            <a:pPr>
              <a:defRPr/>
            </a:pPr>
            <a:endParaRPr lang="en-US"/>
          </a:p>
        </p:txBody>
      </p:sp>
      <p:sp>
        <p:nvSpPr>
          <p:cNvPr id="27653" name="Rectangle 5"/>
          <p:cNvSpPr>
            <a:spLocks noGrp="1" noChangeArrowheads="1"/>
          </p:cNvSpPr>
          <p:nvPr>
            <p:ph type="sldNum" sz="quarter" idx="3"/>
          </p:nvPr>
        </p:nvSpPr>
        <p:spPr bwMode="auto">
          <a:xfrm>
            <a:off x="3970938"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lvl1pPr>
          </a:lstStyle>
          <a:p>
            <a:pPr>
              <a:defRPr/>
            </a:pPr>
            <a:fld id="{1C669EC8-97E7-4C24-A864-1853E75085DC}" type="slidenum">
              <a:rPr lang="en-US"/>
              <a:pPr>
                <a:defRPr/>
              </a:pPr>
              <a:t>‹#›</a:t>
            </a:fld>
            <a:endParaRPr lang="en-US"/>
          </a:p>
        </p:txBody>
      </p:sp>
    </p:spTree>
    <p:extLst>
      <p:ext uri="{BB962C8B-B14F-4D97-AF65-F5344CB8AC3E}">
        <p14:creationId xmlns:p14="http://schemas.microsoft.com/office/powerpoint/2010/main" val="97898575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3251" name="Rectangle 3"/>
          <p:cNvSpPr>
            <a:spLocks noGrp="1" noChangeArrowheads="1"/>
          </p:cNvSpPr>
          <p:nvPr>
            <p:ph type="dt"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5300"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934720" y="4415790"/>
            <a:ext cx="514096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53255" name="Rectangle 7"/>
          <p:cNvSpPr>
            <a:spLocks noGrp="1" noChangeArrowheads="1"/>
          </p:cNvSpPr>
          <p:nvPr>
            <p:ph type="sldNum" sz="quarter" idx="5"/>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atin typeface="Times New Roman" pitchFamily="18" charset="0"/>
              </a:defRPr>
            </a:lvl1pPr>
          </a:lstStyle>
          <a:p>
            <a:pPr>
              <a:defRPr/>
            </a:pPr>
            <a:fld id="{82C5A2EE-74B4-4329-B2EC-6DFE0575EDC9}" type="slidenum">
              <a:rPr lang="en-US"/>
              <a:pPr>
                <a:defRPr/>
              </a:pPr>
              <a:t>‹#›</a:t>
            </a:fld>
            <a:endParaRPr lang="en-US"/>
          </a:p>
        </p:txBody>
      </p:sp>
    </p:spTree>
    <p:extLst>
      <p:ext uri="{BB962C8B-B14F-4D97-AF65-F5344CB8AC3E}">
        <p14:creationId xmlns:p14="http://schemas.microsoft.com/office/powerpoint/2010/main" val="239245560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2C5A2EE-74B4-4329-B2EC-6DFE0575EDC9}" type="slidenum">
              <a:rPr lang="en-US" smtClean="0"/>
              <a:pPr>
                <a:defRPr/>
              </a:pPr>
              <a:t>2</a:t>
            </a:fld>
            <a:endParaRPr lang="en-US"/>
          </a:p>
        </p:txBody>
      </p:sp>
    </p:spTree>
    <p:extLst>
      <p:ext uri="{BB962C8B-B14F-4D97-AF65-F5344CB8AC3E}">
        <p14:creationId xmlns:p14="http://schemas.microsoft.com/office/powerpoint/2010/main" val="11696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number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9298C-2E9E-4E3F-82C8-60A2EED583DC}"/>
              </a:ext>
            </a:extLst>
          </p:cNvPr>
          <p:cNvSpPr>
            <a:spLocks noGrp="1"/>
          </p:cNvSpPr>
          <p:nvPr>
            <p:ph type="title" hasCustomPrompt="1"/>
          </p:nvPr>
        </p:nvSpPr>
        <p:spPr>
          <a:xfrm>
            <a:off x="685800" y="609600"/>
            <a:ext cx="7772400" cy="457200"/>
          </a:xfrm>
        </p:spPr>
        <p:txBody>
          <a:bodyPr/>
          <a:lstStyle>
            <a:lvl1pPr>
              <a:defRPr sz="2400" b="1" i="1">
                <a:solidFill>
                  <a:srgbClr val="000099"/>
                </a:solidFill>
                <a:latin typeface="Arial Narrow" panose="020B0606020202030204" pitchFamily="34" charset="0"/>
              </a:defRPr>
            </a:lvl1pPr>
          </a:lstStyle>
          <a:p>
            <a:r>
              <a:rPr lang="en-US" dirty="0" err="1"/>
              <a:t>Murach’s</a:t>
            </a:r>
            <a:r>
              <a:rPr lang="en-US" dirty="0"/>
              <a:t> SQL Server 2022 for Developers</a:t>
            </a:r>
          </a:p>
        </p:txBody>
      </p:sp>
      <p:sp>
        <p:nvSpPr>
          <p:cNvPr id="6" name="Text Placeholder 5">
            <a:extLst>
              <a:ext uri="{FF2B5EF4-FFF2-40B4-BE49-F238E27FC236}">
                <a16:creationId xmlns:a16="http://schemas.microsoft.com/office/drawing/2014/main" id="{4C75D4F1-CB37-4CE0-983C-8406904B2B8A}"/>
              </a:ext>
            </a:extLst>
          </p:cNvPr>
          <p:cNvSpPr>
            <a:spLocks noGrp="1"/>
          </p:cNvSpPr>
          <p:nvPr>
            <p:ph type="body" sz="quarter" idx="12" hasCustomPrompt="1"/>
          </p:nvPr>
        </p:nvSpPr>
        <p:spPr>
          <a:xfrm>
            <a:off x="1905000" y="1676400"/>
            <a:ext cx="5334000" cy="609600"/>
          </a:xfrm>
        </p:spPr>
        <p:txBody>
          <a:bodyPr/>
          <a:lstStyle>
            <a:lvl1pPr marL="0" indent="0" algn="ctr">
              <a:buNone/>
              <a:defRPr sz="3600" b="1">
                <a:solidFill>
                  <a:srgbClr val="000099"/>
                </a:solidFill>
                <a:latin typeface="Arial" panose="020B0604020202020204" pitchFamily="34" charset="0"/>
                <a:cs typeface="Arial" panose="020B0604020202020204" pitchFamily="34" charset="0"/>
              </a:defRPr>
            </a:lvl1pPr>
          </a:lstStyle>
          <a:p>
            <a:pPr lvl="0"/>
            <a:r>
              <a:rPr lang="en-US" dirty="0"/>
              <a:t>Chapter X</a:t>
            </a:r>
          </a:p>
        </p:txBody>
      </p:sp>
      <p:sp>
        <p:nvSpPr>
          <p:cNvPr id="10" name="Text Placeholder 9">
            <a:extLst>
              <a:ext uri="{FF2B5EF4-FFF2-40B4-BE49-F238E27FC236}">
                <a16:creationId xmlns:a16="http://schemas.microsoft.com/office/drawing/2014/main" id="{85D01CB5-9945-4C9B-9918-8CA19A7268AF}"/>
              </a:ext>
            </a:extLst>
          </p:cNvPr>
          <p:cNvSpPr>
            <a:spLocks noGrp="1"/>
          </p:cNvSpPr>
          <p:nvPr>
            <p:ph type="body" sz="quarter" idx="13" hasCustomPrompt="1"/>
          </p:nvPr>
        </p:nvSpPr>
        <p:spPr>
          <a:xfrm>
            <a:off x="1905000" y="2590800"/>
            <a:ext cx="5334000" cy="914400"/>
          </a:xfrm>
        </p:spPr>
        <p:txBody>
          <a:bodyPr/>
          <a:lstStyle>
            <a:lvl1pPr marL="0" indent="0" algn="ctr">
              <a:buNone/>
              <a:defRPr sz="4800" b="1"/>
            </a:lvl1pPr>
          </a:lstStyle>
          <a:p>
            <a:pPr lvl="0"/>
            <a:r>
              <a:rPr lang="en-US" dirty="0"/>
              <a:t>Chapter title</a:t>
            </a:r>
          </a:p>
        </p:txBody>
      </p:sp>
      <p:sp>
        <p:nvSpPr>
          <p:cNvPr id="3" name="Footer Placeholder 2">
            <a:extLst>
              <a:ext uri="{FF2B5EF4-FFF2-40B4-BE49-F238E27FC236}">
                <a16:creationId xmlns:a16="http://schemas.microsoft.com/office/drawing/2014/main" id="{CAA27A70-7FFF-4919-9745-58612D637924}"/>
              </a:ext>
            </a:extLst>
          </p:cNvPr>
          <p:cNvSpPr>
            <a:spLocks noGrp="1"/>
          </p:cNvSpPr>
          <p:nvPr>
            <p:ph type="ftr" sz="quarter" idx="10"/>
          </p:nvPr>
        </p:nvSpPr>
        <p:spPr/>
        <p:txBody>
          <a:bodyPr/>
          <a:lstStyle/>
          <a:p>
            <a:pPr>
              <a:defRPr/>
            </a:pPr>
            <a:r>
              <a:rPr lang="en-US" dirty="0"/>
              <a:t>© 2023, Mike Murach &amp; Associates, Inc.</a:t>
            </a:r>
          </a:p>
        </p:txBody>
      </p:sp>
      <p:sp>
        <p:nvSpPr>
          <p:cNvPr id="4" name="Slide Number Placeholder 3">
            <a:extLst>
              <a:ext uri="{FF2B5EF4-FFF2-40B4-BE49-F238E27FC236}">
                <a16:creationId xmlns:a16="http://schemas.microsoft.com/office/drawing/2014/main" id="{52791E8C-669A-4FAF-AC57-930E4708DFF7}"/>
              </a:ext>
            </a:extLst>
          </p:cNvPr>
          <p:cNvSpPr>
            <a:spLocks noGrp="1"/>
          </p:cNvSpPr>
          <p:nvPr>
            <p:ph type="sldNum" sz="quarter" idx="11"/>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683901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4876800"/>
          </a:xfr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Footer Placeholder 3"/>
          <p:cNvSpPr>
            <a:spLocks noGrp="1"/>
          </p:cNvSpPr>
          <p:nvPr>
            <p:ph type="ftr" sz="quarter" idx="11"/>
          </p:nvPr>
        </p:nvSpPr>
        <p:spPr/>
        <p:txBody>
          <a:bodyPr/>
          <a:lstStyle/>
          <a:p>
            <a:pPr>
              <a:defRPr/>
            </a:pPr>
            <a:endParaRPr lang="en-US" dirty="0"/>
          </a:p>
        </p:txBody>
      </p:sp>
      <p:sp>
        <p:nvSpPr>
          <p:cNvPr id="3" name="Date Placeholder 1">
            <a:extLst>
              <a:ext uri="{FF2B5EF4-FFF2-40B4-BE49-F238E27FC236}">
                <a16:creationId xmlns:a16="http://schemas.microsoft.com/office/drawing/2014/main" id="{1EAB4BC0-D5C7-49B0-54AC-F67C80E1EA85}"/>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5017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_layout_2-line_title">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74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463040"/>
            <a:ext cx="7391400" cy="4495800"/>
          </a:xfr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Footer Placeholder 3"/>
          <p:cNvSpPr>
            <a:spLocks noGrp="1"/>
          </p:cNvSpPr>
          <p:nvPr>
            <p:ph type="ftr" sz="quarter" idx="11"/>
          </p:nvPr>
        </p:nvSpPr>
        <p:spPr/>
        <p:txBody>
          <a:bodyPr/>
          <a:lstStyle/>
          <a:p>
            <a:pPr>
              <a:defRPr/>
            </a:pPr>
            <a:endParaRPr lang="en-US" dirty="0"/>
          </a:p>
        </p:txBody>
      </p:sp>
      <p:sp>
        <p:nvSpPr>
          <p:cNvPr id="3" name="Date Placeholder 1">
            <a:extLst>
              <a:ext uri="{FF2B5EF4-FFF2-40B4-BE49-F238E27FC236}">
                <a16:creationId xmlns:a16="http://schemas.microsoft.com/office/drawing/2014/main" id="{2A4128AF-FA95-FB1B-F7EC-9F06B1029BE1}"/>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2115706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143000"/>
            <a:ext cx="7315200" cy="4800600"/>
          </a:xfrm>
        </p:spPr>
        <p:txBody>
          <a:bodyPr/>
          <a:lstStyle>
            <a:lvl1pPr marL="0" indent="0">
              <a:buNone/>
              <a:defRPr/>
            </a:lvl1pPr>
          </a:lstStyle>
          <a:p>
            <a:pPr lvl="0"/>
            <a:r>
              <a:rPr lang="en-US" dirty="0"/>
              <a:t>Click to insert image</a:t>
            </a:r>
          </a:p>
        </p:txBody>
      </p:sp>
      <p:sp>
        <p:nvSpPr>
          <p:cNvPr id="4" name="Footer Placeholder 3"/>
          <p:cNvSpPr>
            <a:spLocks noGrp="1"/>
          </p:cNvSpPr>
          <p:nvPr>
            <p:ph type="ftr" sz="quarter" idx="11"/>
          </p:nvPr>
        </p:nvSpPr>
        <p:spPr/>
        <p:txBody>
          <a:bodyPr/>
          <a:lstStyle/>
          <a:p>
            <a:pPr>
              <a:defRPr/>
            </a:pPr>
            <a:endParaRPr lang="en-US" dirty="0"/>
          </a:p>
        </p:txBody>
      </p:sp>
      <p:sp>
        <p:nvSpPr>
          <p:cNvPr id="2" name="Date Placeholder 1">
            <a:extLst>
              <a:ext uri="{FF2B5EF4-FFF2-40B4-BE49-F238E27FC236}">
                <a16:creationId xmlns:a16="http://schemas.microsoft.com/office/drawing/2014/main" id="{2B3EA07F-21E3-C43E-2483-EF255ABC7395}"/>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575222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_layout_2_line_title">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0A36CC2-90BA-4768-70BF-5E8F2F5CE4AB}"/>
              </a:ext>
            </a:extLst>
          </p:cNvPr>
          <p:cNvSpPr>
            <a:spLocks noGrp="1" noChangeArrowheads="1"/>
          </p:cNvSpPr>
          <p:nvPr>
            <p:ph type="title"/>
          </p:nvPr>
        </p:nvSpPr>
        <p:spPr bwMode="auto">
          <a:xfrm>
            <a:off x="914400" y="624989"/>
            <a:ext cx="7315200" cy="74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524000"/>
            <a:ext cx="7315200" cy="4419600"/>
          </a:xfrm>
        </p:spPr>
        <p:txBody>
          <a:bodyPr/>
          <a:lstStyle>
            <a:lvl1pPr marL="0" indent="0">
              <a:buNone/>
              <a:defRPr/>
            </a:lvl1pPr>
          </a:lstStyle>
          <a:p>
            <a:pPr lvl="0"/>
            <a:r>
              <a:rPr lang="en-US" dirty="0"/>
              <a:t>Click to insert image</a:t>
            </a:r>
          </a:p>
        </p:txBody>
      </p:sp>
      <p:sp>
        <p:nvSpPr>
          <p:cNvPr id="4" name="Footer Placeholder 3"/>
          <p:cNvSpPr>
            <a:spLocks noGrp="1"/>
          </p:cNvSpPr>
          <p:nvPr>
            <p:ph type="ftr" sz="quarter" idx="11"/>
          </p:nvPr>
        </p:nvSpPr>
        <p:spPr/>
        <p:txBody>
          <a:bodyPr/>
          <a:lstStyle/>
          <a:p>
            <a:pPr>
              <a:defRPr/>
            </a:pPr>
            <a:endParaRPr lang="en-US" dirty="0"/>
          </a:p>
        </p:txBody>
      </p:sp>
      <p:sp>
        <p:nvSpPr>
          <p:cNvPr id="3" name="Date Placeholder 1">
            <a:extLst>
              <a:ext uri="{FF2B5EF4-FFF2-40B4-BE49-F238E27FC236}">
                <a16:creationId xmlns:a16="http://schemas.microsoft.com/office/drawing/2014/main" id="{4541F783-317C-D9AD-83C7-5AE65ED51C57}"/>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1942636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4495800"/>
          </a:xfrm>
        </p:spPr>
        <p:txBody>
          <a:bodyPr/>
          <a:lstStyle>
            <a:lvl1pPr marL="0" indent="0">
              <a:buNone/>
              <a:defRPr/>
            </a:lvl1pPr>
          </a:lstStyle>
          <a:p>
            <a:r>
              <a:rPr lang="en-US" dirty="0"/>
              <a:t>Click to insert table</a:t>
            </a:r>
          </a:p>
        </p:txBody>
      </p:sp>
      <p:sp>
        <p:nvSpPr>
          <p:cNvPr id="4" name="Footer Placeholder 3"/>
          <p:cNvSpPr>
            <a:spLocks noGrp="1"/>
          </p:cNvSpPr>
          <p:nvPr>
            <p:ph type="ftr" sz="quarter" idx="11"/>
          </p:nvPr>
        </p:nvSpPr>
        <p:spPr>
          <a:xfrm>
            <a:off x="76200" y="6233011"/>
            <a:ext cx="2743200" cy="457200"/>
          </a:xfrm>
        </p:spPr>
        <p:txBody>
          <a:bodyPr/>
          <a:lstStyle/>
          <a:p>
            <a:pPr>
              <a:defRPr/>
            </a:pPr>
            <a:endParaRPr lang="en-US" dirty="0"/>
          </a:p>
        </p:txBody>
      </p:sp>
      <p:sp>
        <p:nvSpPr>
          <p:cNvPr id="2" name="Date Placeholder 1">
            <a:extLst>
              <a:ext uri="{FF2B5EF4-FFF2-40B4-BE49-F238E27FC236}">
                <a16:creationId xmlns:a16="http://schemas.microsoft.com/office/drawing/2014/main" id="{E28FC2C4-3F43-BC0E-9A91-95841BAF3057}"/>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95467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_layout_2_line_title">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13DA2AB-954E-C0E2-3E5B-8B482B005180}"/>
              </a:ext>
            </a:extLst>
          </p:cNvPr>
          <p:cNvSpPr>
            <a:spLocks noGrp="1" noChangeArrowheads="1"/>
          </p:cNvSpPr>
          <p:nvPr>
            <p:ph type="title"/>
          </p:nvPr>
        </p:nvSpPr>
        <p:spPr bwMode="auto">
          <a:xfrm>
            <a:off x="914400" y="624989"/>
            <a:ext cx="7315200" cy="74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524000"/>
            <a:ext cx="7315200" cy="4114800"/>
          </a:xfrm>
        </p:spPr>
        <p:txBody>
          <a:bodyPr/>
          <a:lstStyle>
            <a:lvl1pPr marL="0" indent="0">
              <a:buNone/>
              <a:defRPr/>
            </a:lvl1pPr>
          </a:lstStyle>
          <a:p>
            <a:r>
              <a:rPr lang="en-US" dirty="0"/>
              <a:t>Click to insert table</a:t>
            </a:r>
          </a:p>
        </p:txBody>
      </p:sp>
      <p:sp>
        <p:nvSpPr>
          <p:cNvPr id="4" name="Footer Placeholder 3"/>
          <p:cNvSpPr>
            <a:spLocks noGrp="1"/>
          </p:cNvSpPr>
          <p:nvPr>
            <p:ph type="ftr" sz="quarter" idx="11"/>
          </p:nvPr>
        </p:nvSpPr>
        <p:spPr>
          <a:xfrm>
            <a:off x="76200" y="6233011"/>
            <a:ext cx="2743200" cy="457200"/>
          </a:xfrm>
        </p:spPr>
        <p:txBody>
          <a:bodyPr/>
          <a:lstStyle/>
          <a:p>
            <a:pPr>
              <a:defRPr/>
            </a:pPr>
            <a:endParaRPr lang="en-US" dirty="0"/>
          </a:p>
        </p:txBody>
      </p:sp>
      <p:sp>
        <p:nvSpPr>
          <p:cNvPr id="3" name="Date Placeholder 1">
            <a:extLst>
              <a:ext uri="{FF2B5EF4-FFF2-40B4-BE49-F238E27FC236}">
                <a16:creationId xmlns:a16="http://schemas.microsoft.com/office/drawing/2014/main" id="{E757E026-CA30-31D4-7CB8-4AA11C85AF8E}"/>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2839105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_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27432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Text Placeholder 14"/>
          <p:cNvSpPr>
            <a:spLocks noGrp="1"/>
          </p:cNvSpPr>
          <p:nvPr>
            <p:ph type="body" sz="quarter" idx="15"/>
          </p:nvPr>
        </p:nvSpPr>
        <p:spPr>
          <a:xfrm>
            <a:off x="1295400" y="3892100"/>
            <a:ext cx="6934200" cy="2049956"/>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4" name="Footer Placeholder 3"/>
          <p:cNvSpPr>
            <a:spLocks noGrp="1"/>
          </p:cNvSpPr>
          <p:nvPr>
            <p:ph type="ftr" sz="quarter" idx="11"/>
          </p:nvPr>
        </p:nvSpPr>
        <p:spPr/>
        <p:txBody>
          <a:bodyPr/>
          <a:lstStyle/>
          <a:p>
            <a:pPr>
              <a:defRPr/>
            </a:pPr>
            <a:endParaRPr lang="en-US" dirty="0"/>
          </a:p>
        </p:txBody>
      </p:sp>
      <p:sp>
        <p:nvSpPr>
          <p:cNvPr id="2" name="Date Placeholder 1">
            <a:extLst>
              <a:ext uri="{FF2B5EF4-FFF2-40B4-BE49-F238E27FC236}">
                <a16:creationId xmlns:a16="http://schemas.microsoft.com/office/drawing/2014/main" id="{E9745E84-27EF-B727-9BFE-6449CFCB85F6}"/>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4273112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_Console_Text_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9906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0" name="Text Placeholder 14"/>
          <p:cNvSpPr>
            <a:spLocks noGrp="1"/>
          </p:cNvSpPr>
          <p:nvPr>
            <p:ph type="body" sz="quarter" idx="16"/>
          </p:nvPr>
        </p:nvSpPr>
        <p:spPr>
          <a:xfrm>
            <a:off x="1295400" y="2150899"/>
            <a:ext cx="6934200" cy="815635"/>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11" name="Text Placeholder 6"/>
          <p:cNvSpPr>
            <a:spLocks noGrp="1"/>
          </p:cNvSpPr>
          <p:nvPr>
            <p:ph type="body" sz="quarter" idx="17"/>
          </p:nvPr>
        </p:nvSpPr>
        <p:spPr>
          <a:xfrm>
            <a:off x="838200" y="3347534"/>
            <a:ext cx="7391400" cy="1496734"/>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Text Placeholder 14"/>
          <p:cNvSpPr>
            <a:spLocks noGrp="1"/>
          </p:cNvSpPr>
          <p:nvPr>
            <p:ph type="body" sz="quarter" idx="15"/>
          </p:nvPr>
        </p:nvSpPr>
        <p:spPr>
          <a:xfrm>
            <a:off x="1295400" y="4982112"/>
            <a:ext cx="6934200" cy="885288"/>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4" name="Footer Placeholder 3"/>
          <p:cNvSpPr>
            <a:spLocks noGrp="1"/>
          </p:cNvSpPr>
          <p:nvPr>
            <p:ph type="ftr" sz="quarter" idx="11"/>
          </p:nvPr>
        </p:nvSpPr>
        <p:spPr/>
        <p:txBody>
          <a:bodyPr/>
          <a:lstStyle/>
          <a:p>
            <a:pPr>
              <a:defRPr/>
            </a:pPr>
            <a:endParaRPr lang="en-US" dirty="0"/>
          </a:p>
        </p:txBody>
      </p:sp>
      <p:sp>
        <p:nvSpPr>
          <p:cNvPr id="2" name="Date Placeholder 1">
            <a:extLst>
              <a:ext uri="{FF2B5EF4-FFF2-40B4-BE49-F238E27FC236}">
                <a16:creationId xmlns:a16="http://schemas.microsoft.com/office/drawing/2014/main" id="{13F25CEF-B290-B84E-D2A4-6A86E123EEDE}"/>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2704291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14"/>
          <p:cNvSpPr>
            <a:spLocks noGrp="1"/>
          </p:cNvSpPr>
          <p:nvPr>
            <p:ph type="body" sz="quarter" idx="15"/>
          </p:nvPr>
        </p:nvSpPr>
        <p:spPr>
          <a:xfrm>
            <a:off x="1295400" y="1143000"/>
            <a:ext cx="6934200" cy="3200400"/>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4" name="Footer Placeholder 3"/>
          <p:cNvSpPr>
            <a:spLocks noGrp="1"/>
          </p:cNvSpPr>
          <p:nvPr>
            <p:ph type="ftr" sz="quarter" idx="11"/>
          </p:nvPr>
        </p:nvSpPr>
        <p:spPr/>
        <p:txBody>
          <a:bodyPr/>
          <a:lstStyle/>
          <a:p>
            <a:pPr>
              <a:defRPr/>
            </a:pPr>
            <a:endParaRPr lang="en-US" dirty="0"/>
          </a:p>
        </p:txBody>
      </p:sp>
      <p:sp>
        <p:nvSpPr>
          <p:cNvPr id="2" name="Date Placeholder 1">
            <a:extLst>
              <a:ext uri="{FF2B5EF4-FFF2-40B4-BE49-F238E27FC236}">
                <a16:creationId xmlns:a16="http://schemas.microsoft.com/office/drawing/2014/main" id="{39FE91D7-54F9-CE5B-2AF2-A8F87F29E569}"/>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610901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sole_layout_2_line_title">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8042D0E-2D92-B61C-07C7-F98F35208D29}"/>
              </a:ext>
            </a:extLst>
          </p:cNvPr>
          <p:cNvSpPr>
            <a:spLocks noGrp="1" noChangeArrowheads="1"/>
          </p:cNvSpPr>
          <p:nvPr>
            <p:ph type="title"/>
          </p:nvPr>
        </p:nvSpPr>
        <p:spPr bwMode="auto">
          <a:xfrm>
            <a:off x="914400" y="624989"/>
            <a:ext cx="7315200" cy="74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14"/>
          <p:cNvSpPr>
            <a:spLocks noGrp="1"/>
          </p:cNvSpPr>
          <p:nvPr>
            <p:ph type="body" sz="quarter" idx="15"/>
          </p:nvPr>
        </p:nvSpPr>
        <p:spPr>
          <a:xfrm>
            <a:off x="1295400" y="1524000"/>
            <a:ext cx="6934200" cy="3200400"/>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4" name="Footer Placeholder 3"/>
          <p:cNvSpPr>
            <a:spLocks noGrp="1"/>
          </p:cNvSpPr>
          <p:nvPr>
            <p:ph type="ftr" sz="quarter" idx="11"/>
          </p:nvPr>
        </p:nvSpPr>
        <p:spPr/>
        <p:txBody>
          <a:bodyPr/>
          <a:lstStyle/>
          <a:p>
            <a:pPr>
              <a:defRPr/>
            </a:pPr>
            <a:endParaRPr lang="en-US" dirty="0"/>
          </a:p>
        </p:txBody>
      </p:sp>
      <p:sp>
        <p:nvSpPr>
          <p:cNvPr id="3" name="Date Placeholder 1">
            <a:extLst>
              <a:ext uri="{FF2B5EF4-FFF2-40B4-BE49-F238E27FC236}">
                <a16:creationId xmlns:a16="http://schemas.microsoft.com/office/drawing/2014/main" id="{2DC32C3D-5C99-8467-FB69-0545F95E5DAB}"/>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5" name="Slide Number Placeholder 4"/>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1289812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066800"/>
            <a:ext cx="7315200" cy="2514600"/>
          </a:xfrm>
        </p:spPr>
        <p:txBody>
          <a:bodyPr/>
          <a:lstStyle>
            <a:lvl1pPr marL="0" indent="0">
              <a:buNone/>
              <a:defRPr/>
            </a:lvl1pPr>
          </a:lstStyle>
          <a:p>
            <a:pPr lvl="0"/>
            <a:r>
              <a:rPr lang="en-US" dirty="0"/>
              <a:t>Click to insert image</a:t>
            </a:r>
          </a:p>
        </p:txBody>
      </p:sp>
      <p:sp>
        <p:nvSpPr>
          <p:cNvPr id="10" name="Text Placeholder 9"/>
          <p:cNvSpPr>
            <a:spLocks noGrp="1"/>
          </p:cNvSpPr>
          <p:nvPr>
            <p:ph type="body" sz="quarter" idx="15"/>
          </p:nvPr>
        </p:nvSpPr>
        <p:spPr>
          <a:xfrm>
            <a:off x="838200" y="3733800"/>
            <a:ext cx="7391400" cy="2209799"/>
          </a:xfrm>
        </p:spPr>
        <p:txBody>
          <a:bodyPr/>
          <a:lstStyle>
            <a:lvl1pPr marL="0" indent="0">
              <a:buNone/>
              <a:defRPr sz="2000"/>
            </a:lvl1pPr>
          </a:lstStyle>
          <a:p>
            <a:pPr lvl="0"/>
            <a:r>
              <a:rPr lang="en-US"/>
              <a:t>Click to edit Master text styles</a:t>
            </a:r>
          </a:p>
        </p:txBody>
      </p:sp>
      <p:sp>
        <p:nvSpPr>
          <p:cNvPr id="4" name="Footer Placeholder 2"/>
          <p:cNvSpPr>
            <a:spLocks noGrp="1"/>
          </p:cNvSpPr>
          <p:nvPr>
            <p:ph type="ftr" sz="quarter" idx="11"/>
          </p:nvPr>
        </p:nvSpPr>
        <p:spPr>
          <a:ln/>
        </p:spPr>
        <p:txBody>
          <a:bodyPr/>
          <a:lstStyle>
            <a:lvl1pPr>
              <a:defRPr/>
            </a:lvl1pPr>
          </a:lstStyle>
          <a:p>
            <a:pPr>
              <a:defRPr/>
            </a:pPr>
            <a:endParaRPr lang="en-US" dirty="0"/>
          </a:p>
        </p:txBody>
      </p:sp>
      <p:sp>
        <p:nvSpPr>
          <p:cNvPr id="2" name="Date Placeholder 1">
            <a:extLst>
              <a:ext uri="{FF2B5EF4-FFF2-40B4-BE49-F238E27FC236}">
                <a16:creationId xmlns:a16="http://schemas.microsoft.com/office/drawing/2014/main" id="{CDA92572-6C0F-2359-8B91-448DEEC456E5}"/>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541202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A428B99-D0BB-4B7F-A30C-E347F02920DF}"/>
              </a:ext>
            </a:extLst>
          </p:cNvPr>
          <p:cNvSpPr>
            <a:spLocks noGrp="1"/>
          </p:cNvSpPr>
          <p:nvPr>
            <p:ph type="tbl" sz="quarter" idx="16" hasCustomPrompt="1"/>
          </p:nvPr>
        </p:nvSpPr>
        <p:spPr>
          <a:xfrm>
            <a:off x="914400" y="1143000"/>
            <a:ext cx="7315200" cy="2438400"/>
          </a:xfrm>
        </p:spPr>
        <p:txBody>
          <a:bodyPr/>
          <a:lstStyle>
            <a:lvl1pPr marL="0" indent="0">
              <a:buNone/>
              <a:defRPr/>
            </a:lvl1pPr>
          </a:lstStyle>
          <a:p>
            <a:r>
              <a:rPr lang="en-US" dirty="0"/>
              <a:t>Click to insert table</a:t>
            </a:r>
          </a:p>
        </p:txBody>
      </p:sp>
      <p:sp>
        <p:nvSpPr>
          <p:cNvPr id="10" name="Text Placeholder 9"/>
          <p:cNvSpPr>
            <a:spLocks noGrp="1"/>
          </p:cNvSpPr>
          <p:nvPr>
            <p:ph type="body" sz="quarter" idx="15"/>
          </p:nvPr>
        </p:nvSpPr>
        <p:spPr>
          <a:xfrm>
            <a:off x="838200" y="3733800"/>
            <a:ext cx="7391400" cy="2209799"/>
          </a:xfrm>
        </p:spPr>
        <p:txBody>
          <a:bodyPr/>
          <a:lstStyle>
            <a:lvl1pPr marL="0" indent="0">
              <a:buNone/>
              <a:defRPr sz="2000"/>
            </a:lvl1pPr>
          </a:lstStyle>
          <a:p>
            <a:pPr lvl="0"/>
            <a:r>
              <a:rPr lang="en-US"/>
              <a:t>Click to edit Master text styles</a:t>
            </a:r>
          </a:p>
        </p:txBody>
      </p:sp>
      <p:sp>
        <p:nvSpPr>
          <p:cNvPr id="4" name="Footer Placeholder 2"/>
          <p:cNvSpPr>
            <a:spLocks noGrp="1"/>
          </p:cNvSpPr>
          <p:nvPr>
            <p:ph type="ftr" sz="quarter" idx="11"/>
          </p:nvPr>
        </p:nvSpPr>
        <p:spPr>
          <a:ln/>
        </p:spPr>
        <p:txBody>
          <a:bodyPr/>
          <a:lstStyle>
            <a:lvl1pPr>
              <a:defRPr/>
            </a:lvl1pPr>
          </a:lstStyle>
          <a:p>
            <a:pPr>
              <a:defRPr/>
            </a:pPr>
            <a:endParaRPr lang="en-US" dirty="0"/>
          </a:p>
        </p:txBody>
      </p:sp>
      <p:sp>
        <p:nvSpPr>
          <p:cNvPr id="2" name="Date Placeholder 1">
            <a:extLst>
              <a:ext uri="{FF2B5EF4-FFF2-40B4-BE49-F238E27FC236}">
                <a16:creationId xmlns:a16="http://schemas.microsoft.com/office/drawing/2014/main" id="{B61C4B8B-4248-7B05-52E9-1493FB7EBB22}"/>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709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_Text_Tabl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A428B99-D0BB-4B7F-A30C-E347F02920DF}"/>
              </a:ext>
            </a:extLst>
          </p:cNvPr>
          <p:cNvSpPr>
            <a:spLocks noGrp="1"/>
          </p:cNvSpPr>
          <p:nvPr>
            <p:ph type="tbl" sz="quarter" idx="16" hasCustomPrompt="1"/>
          </p:nvPr>
        </p:nvSpPr>
        <p:spPr>
          <a:xfrm>
            <a:off x="914400" y="1143000"/>
            <a:ext cx="7315200" cy="2133600"/>
          </a:xfrm>
        </p:spPr>
        <p:txBody>
          <a:bodyPr/>
          <a:lstStyle>
            <a:lvl1pPr marL="0" indent="0">
              <a:buNone/>
              <a:defRPr/>
            </a:lvl1pPr>
          </a:lstStyle>
          <a:p>
            <a:r>
              <a:rPr lang="en-US" dirty="0"/>
              <a:t>Click to insert table</a:t>
            </a:r>
          </a:p>
        </p:txBody>
      </p:sp>
      <p:sp>
        <p:nvSpPr>
          <p:cNvPr id="10" name="Text Placeholder 9"/>
          <p:cNvSpPr>
            <a:spLocks noGrp="1"/>
          </p:cNvSpPr>
          <p:nvPr>
            <p:ph type="body" sz="quarter" idx="15"/>
          </p:nvPr>
        </p:nvSpPr>
        <p:spPr>
          <a:xfrm>
            <a:off x="838200" y="3434977"/>
            <a:ext cx="7391400" cy="396241"/>
          </a:xfrm>
        </p:spPr>
        <p:txBody>
          <a:bodyPr/>
          <a:lstStyle>
            <a:lvl1pPr marL="0" indent="0">
              <a:buNone/>
              <a:defRPr sz="2000"/>
            </a:lvl1pPr>
          </a:lstStyle>
          <a:p>
            <a:pPr lvl="0"/>
            <a:r>
              <a:rPr lang="en-US"/>
              <a:t>Click to edit Master text styles</a:t>
            </a:r>
          </a:p>
        </p:txBody>
      </p:sp>
      <p:sp>
        <p:nvSpPr>
          <p:cNvPr id="2" name="Table Placeholder 7">
            <a:extLst>
              <a:ext uri="{FF2B5EF4-FFF2-40B4-BE49-F238E27FC236}">
                <a16:creationId xmlns:a16="http://schemas.microsoft.com/office/drawing/2014/main" id="{AFEF7FE6-D02E-FC18-3A1F-FB2B9BE04DFB}"/>
              </a:ext>
            </a:extLst>
          </p:cNvPr>
          <p:cNvSpPr>
            <a:spLocks noGrp="1"/>
          </p:cNvSpPr>
          <p:nvPr>
            <p:ph type="tbl" sz="quarter" idx="17" hasCustomPrompt="1"/>
          </p:nvPr>
        </p:nvSpPr>
        <p:spPr>
          <a:xfrm>
            <a:off x="914400" y="3973009"/>
            <a:ext cx="7315200" cy="2046791"/>
          </a:xfrm>
        </p:spPr>
        <p:txBody>
          <a:bodyPr/>
          <a:lstStyle>
            <a:lvl1pPr marL="0" indent="0">
              <a:buNone/>
              <a:defRPr/>
            </a:lvl1pPr>
          </a:lstStyle>
          <a:p>
            <a:r>
              <a:rPr lang="en-US" dirty="0"/>
              <a:t>Click to insert table</a:t>
            </a:r>
          </a:p>
        </p:txBody>
      </p:sp>
      <p:sp>
        <p:nvSpPr>
          <p:cNvPr id="4" name="Footer Placeholder 2"/>
          <p:cNvSpPr>
            <a:spLocks noGrp="1"/>
          </p:cNvSpPr>
          <p:nvPr>
            <p:ph type="ftr" sz="quarter" idx="11"/>
          </p:nvPr>
        </p:nvSpPr>
        <p:spPr>
          <a:ln/>
        </p:spPr>
        <p:txBody>
          <a:bodyPr/>
          <a:lstStyle>
            <a:lvl1pPr>
              <a:defRPr/>
            </a:lvl1pPr>
          </a:lstStyle>
          <a:p>
            <a:pPr>
              <a:defRPr/>
            </a:pPr>
            <a:endParaRPr lang="en-US" dirty="0"/>
          </a:p>
        </p:txBody>
      </p:sp>
      <p:sp>
        <p:nvSpPr>
          <p:cNvPr id="3" name="Date Placeholder 1">
            <a:extLst>
              <a:ext uri="{FF2B5EF4-FFF2-40B4-BE49-F238E27FC236}">
                <a16:creationId xmlns:a16="http://schemas.microsoft.com/office/drawing/2014/main" id="{2CB5F9A1-57CC-7079-49E6-F38139C60FDF}"/>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405277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_Imag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066800"/>
            <a:ext cx="7315200" cy="2514600"/>
          </a:xfrm>
        </p:spPr>
        <p:txBody>
          <a:bodyPr/>
          <a:lstStyle>
            <a:lvl1pPr marL="0" indent="0">
              <a:buNone/>
              <a:defRPr/>
            </a:lvl1pPr>
          </a:lstStyle>
          <a:p>
            <a:pPr lvl="0"/>
            <a:r>
              <a:rPr lang="en-US" dirty="0"/>
              <a:t>Click to insert image</a:t>
            </a:r>
          </a:p>
        </p:txBody>
      </p:sp>
      <p:sp>
        <p:nvSpPr>
          <p:cNvPr id="8" name="Text Placeholder 7"/>
          <p:cNvSpPr>
            <a:spLocks noGrp="1"/>
          </p:cNvSpPr>
          <p:nvPr>
            <p:ph type="body" sz="quarter" idx="14" hasCustomPrompt="1"/>
          </p:nvPr>
        </p:nvSpPr>
        <p:spPr>
          <a:xfrm>
            <a:off x="838200" y="3730079"/>
            <a:ext cx="7391400" cy="457200"/>
          </a:xfrm>
        </p:spPr>
        <p:txBody>
          <a:bodyPr/>
          <a:lstStyle>
            <a:lvl1pPr marL="0" indent="0">
              <a:buNone/>
              <a:defRPr sz="2400" b="1">
                <a:solidFill>
                  <a:srgbClr val="000099"/>
                </a:solidFill>
                <a:latin typeface="+mj-lt"/>
              </a:defRPr>
            </a:lvl1pPr>
          </a:lstStyle>
          <a:p>
            <a:pPr lvl="0"/>
            <a:r>
              <a:rPr lang="en-US" dirty="0"/>
              <a:t>Click to edit Master heading style</a:t>
            </a:r>
          </a:p>
        </p:txBody>
      </p:sp>
      <p:sp>
        <p:nvSpPr>
          <p:cNvPr id="9" name="Content Placeholder 8"/>
          <p:cNvSpPr>
            <a:spLocks noGrp="1"/>
          </p:cNvSpPr>
          <p:nvPr>
            <p:ph sz="quarter" idx="15" hasCustomPrompt="1"/>
          </p:nvPr>
        </p:nvSpPr>
        <p:spPr>
          <a:xfrm>
            <a:off x="914400" y="4267200"/>
            <a:ext cx="7315200" cy="1676400"/>
          </a:xfrm>
        </p:spPr>
        <p:txBody>
          <a:bodyPr/>
          <a:lstStyle>
            <a:lvl1pPr marL="0" indent="0">
              <a:buNone/>
              <a:defRPr/>
            </a:lvl1pPr>
          </a:lstStyle>
          <a:p>
            <a:pPr lvl="0"/>
            <a:r>
              <a:rPr lang="en-US" dirty="0"/>
              <a:t>Click to insert image</a:t>
            </a:r>
          </a:p>
        </p:txBody>
      </p:sp>
      <p:sp>
        <p:nvSpPr>
          <p:cNvPr id="4" name="Footer Placeholder 2"/>
          <p:cNvSpPr>
            <a:spLocks noGrp="1"/>
          </p:cNvSpPr>
          <p:nvPr>
            <p:ph type="ftr" sz="quarter" idx="11"/>
          </p:nvPr>
        </p:nvSpPr>
        <p:spPr>
          <a:ln/>
        </p:spPr>
        <p:txBody>
          <a:bodyPr/>
          <a:lstStyle>
            <a:lvl1pPr>
              <a:defRPr/>
            </a:lvl1pPr>
          </a:lstStyle>
          <a:p>
            <a:pPr>
              <a:defRPr/>
            </a:pPr>
            <a:endParaRPr lang="en-US" dirty="0"/>
          </a:p>
        </p:txBody>
      </p:sp>
      <p:sp>
        <p:nvSpPr>
          <p:cNvPr id="2" name="Date Placeholder 1">
            <a:extLst>
              <a:ext uri="{FF2B5EF4-FFF2-40B4-BE49-F238E27FC236}">
                <a16:creationId xmlns:a16="http://schemas.microsoft.com/office/drawing/2014/main" id="{4E33A493-C9CB-60F1-C48D-911ADE242091}"/>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068147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_Imag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10" name="Text Placeholder 9"/>
          <p:cNvSpPr>
            <a:spLocks noGrp="1"/>
          </p:cNvSpPr>
          <p:nvPr>
            <p:ph type="body" sz="quarter" idx="15"/>
          </p:nvPr>
        </p:nvSpPr>
        <p:spPr>
          <a:xfrm>
            <a:off x="812800" y="1062758"/>
            <a:ext cx="7391400" cy="2213842"/>
          </a:xfrm>
        </p:spPr>
        <p:txBody>
          <a:bodyPr/>
          <a:lstStyle>
            <a:lvl1pPr marL="0" indent="0">
              <a:buNone/>
              <a:defRPr sz="2000"/>
            </a:lvl1pPr>
          </a:lstStyle>
          <a:p>
            <a:pPr lvl="0"/>
            <a:r>
              <a:rPr lang="en-US"/>
              <a:t>Click to edit Master text styles</a:t>
            </a:r>
          </a:p>
        </p:txBody>
      </p:sp>
      <p:sp>
        <p:nvSpPr>
          <p:cNvPr id="7" name="Content Placeholder 6"/>
          <p:cNvSpPr>
            <a:spLocks noGrp="1"/>
          </p:cNvSpPr>
          <p:nvPr>
            <p:ph sz="quarter" idx="13" hasCustomPrompt="1"/>
          </p:nvPr>
        </p:nvSpPr>
        <p:spPr>
          <a:xfrm>
            <a:off x="812800" y="3319598"/>
            <a:ext cx="7315200" cy="2438400"/>
          </a:xfrm>
        </p:spPr>
        <p:txBody>
          <a:bodyPr/>
          <a:lstStyle>
            <a:lvl1pPr marL="0" indent="0">
              <a:buNone/>
              <a:defRPr/>
            </a:lvl1pPr>
          </a:lstStyle>
          <a:p>
            <a:pPr lvl="0"/>
            <a:r>
              <a:rPr lang="en-US" dirty="0"/>
              <a:t>Click to insert image</a:t>
            </a:r>
          </a:p>
        </p:txBody>
      </p:sp>
      <p:sp>
        <p:nvSpPr>
          <p:cNvPr id="4" name="Footer Placeholder 2"/>
          <p:cNvSpPr>
            <a:spLocks noGrp="1"/>
          </p:cNvSpPr>
          <p:nvPr>
            <p:ph type="ftr" sz="quarter" idx="11"/>
          </p:nvPr>
        </p:nvSpPr>
        <p:spPr>
          <a:ln/>
        </p:spPr>
        <p:txBody>
          <a:bodyPr/>
          <a:lstStyle>
            <a:lvl1pPr>
              <a:defRPr/>
            </a:lvl1pPr>
          </a:lstStyle>
          <a:p>
            <a:pPr>
              <a:defRPr/>
            </a:pPr>
            <a:endParaRPr lang="en-US" dirty="0"/>
          </a:p>
        </p:txBody>
      </p:sp>
      <p:sp>
        <p:nvSpPr>
          <p:cNvPr id="2" name="Date Placeholder 1">
            <a:extLst>
              <a:ext uri="{FF2B5EF4-FFF2-40B4-BE49-F238E27FC236}">
                <a16:creationId xmlns:a16="http://schemas.microsoft.com/office/drawing/2014/main" id="{6BE714E1-3205-D410-3DAF-7853C33707C2}"/>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5140972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_Imag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10" name="Text Placeholder 9"/>
          <p:cNvSpPr>
            <a:spLocks noGrp="1"/>
          </p:cNvSpPr>
          <p:nvPr>
            <p:ph type="body" sz="quarter" idx="15"/>
          </p:nvPr>
        </p:nvSpPr>
        <p:spPr>
          <a:xfrm>
            <a:off x="812800" y="1062758"/>
            <a:ext cx="7391400" cy="1756642"/>
          </a:xfrm>
        </p:spPr>
        <p:txBody>
          <a:bodyPr/>
          <a:lstStyle>
            <a:lvl1pPr marL="0" indent="0">
              <a:buNone/>
              <a:defRPr sz="2000"/>
            </a:lvl1pPr>
          </a:lstStyle>
          <a:p>
            <a:pPr lvl="0"/>
            <a:r>
              <a:rPr lang="en-US"/>
              <a:t>Click to edit Master text styles</a:t>
            </a:r>
          </a:p>
        </p:txBody>
      </p:sp>
      <p:sp>
        <p:nvSpPr>
          <p:cNvPr id="7" name="Content Placeholder 6"/>
          <p:cNvSpPr>
            <a:spLocks noGrp="1"/>
          </p:cNvSpPr>
          <p:nvPr>
            <p:ph sz="quarter" idx="13" hasCustomPrompt="1"/>
          </p:nvPr>
        </p:nvSpPr>
        <p:spPr>
          <a:xfrm>
            <a:off x="812800" y="2895600"/>
            <a:ext cx="7315200" cy="1633402"/>
          </a:xfrm>
        </p:spPr>
        <p:txBody>
          <a:bodyPr/>
          <a:lstStyle>
            <a:lvl1pPr marL="0" indent="0">
              <a:buNone/>
              <a:defRPr/>
            </a:lvl1pPr>
          </a:lstStyle>
          <a:p>
            <a:pPr lvl="0"/>
            <a:r>
              <a:rPr lang="en-US" dirty="0"/>
              <a:t>Click to insert image</a:t>
            </a:r>
          </a:p>
        </p:txBody>
      </p:sp>
      <p:sp>
        <p:nvSpPr>
          <p:cNvPr id="9" name="Text Placeholder 9"/>
          <p:cNvSpPr>
            <a:spLocks noGrp="1"/>
          </p:cNvSpPr>
          <p:nvPr>
            <p:ph type="body" sz="quarter" idx="16"/>
          </p:nvPr>
        </p:nvSpPr>
        <p:spPr>
          <a:xfrm>
            <a:off x="812800" y="4605202"/>
            <a:ext cx="7391400" cy="1414598"/>
          </a:xfrm>
        </p:spPr>
        <p:txBody>
          <a:bodyPr/>
          <a:lstStyle>
            <a:lvl1pPr marL="0" indent="0">
              <a:buNone/>
              <a:defRPr sz="2000"/>
            </a:lvl1pPr>
          </a:lstStyle>
          <a:p>
            <a:pPr lvl="0"/>
            <a:r>
              <a:rPr lang="en-US"/>
              <a:t>Click to edit Master text styles</a:t>
            </a:r>
          </a:p>
        </p:txBody>
      </p:sp>
      <p:sp>
        <p:nvSpPr>
          <p:cNvPr id="4" name="Footer Placeholder 2"/>
          <p:cNvSpPr>
            <a:spLocks noGrp="1"/>
          </p:cNvSpPr>
          <p:nvPr>
            <p:ph type="ftr" sz="quarter" idx="11"/>
          </p:nvPr>
        </p:nvSpPr>
        <p:spPr>
          <a:ln/>
        </p:spPr>
        <p:txBody>
          <a:bodyPr/>
          <a:lstStyle>
            <a:lvl1pPr>
              <a:defRPr/>
            </a:lvl1pPr>
          </a:lstStyle>
          <a:p>
            <a:pPr>
              <a:defRPr/>
            </a:pPr>
            <a:endParaRPr lang="en-US" dirty="0"/>
          </a:p>
        </p:txBody>
      </p:sp>
      <p:sp>
        <p:nvSpPr>
          <p:cNvPr id="2" name="Date Placeholder 1">
            <a:extLst>
              <a:ext uri="{FF2B5EF4-FFF2-40B4-BE49-F238E27FC236}">
                <a16:creationId xmlns:a16="http://schemas.microsoft.com/office/drawing/2014/main" id="{5077EDEF-2119-0C0C-90EC-29310C83093B}"/>
              </a:ext>
            </a:extLst>
          </p:cNvPr>
          <p:cNvSpPr>
            <a:spLocks noGrp="1"/>
          </p:cNvSpPr>
          <p:nvPr>
            <p:ph type="dt" sz="half" idx="10"/>
          </p:nvPr>
        </p:nvSpPr>
        <p:spPr>
          <a:xfrm>
            <a:off x="2743200" y="6248400"/>
            <a:ext cx="3657600" cy="457200"/>
          </a:xfrm>
          <a:prstGeom prst="rect">
            <a:avLst/>
          </a:prstGeom>
        </p:spPr>
        <p:txBody>
          <a:bodyPr anchor="b"/>
          <a:lstStyle>
            <a:lvl1pPr algn="ctr">
              <a:defRPr sz="1800" b="1" i="1">
                <a:solidFill>
                  <a:schemeClr val="bg1"/>
                </a:solidFill>
                <a:latin typeface="Arial Narrow" panose="020B0606020202030204" pitchFamily="34" charset="0"/>
              </a:defRPr>
            </a:lvl1pPr>
          </a:lstStyle>
          <a:p>
            <a:pPr>
              <a:defRPr/>
            </a:pPr>
            <a:r>
              <a:rPr lang="en-US" dirty="0" err="1"/>
              <a:t>Murach’s</a:t>
            </a:r>
            <a:r>
              <a:rPr lang="en-US" dirty="0"/>
              <a:t> SQL Server 2022</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602246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p:nvSpPr>
        <p:spPr bwMode="auto">
          <a:xfrm>
            <a:off x="0" y="6172200"/>
            <a:ext cx="9144000" cy="685800"/>
          </a:xfrm>
          <a:prstGeom prst="rect">
            <a:avLst/>
          </a:prstGeom>
          <a:solidFill>
            <a:srgbClr val="20396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8" name="Footer Placeholder 2"/>
          <p:cNvSpPr>
            <a:spLocks noGrp="1"/>
          </p:cNvSpPr>
          <p:nvPr>
            <p:ph type="ftr" sz="quarter" idx="3"/>
          </p:nvPr>
        </p:nvSpPr>
        <p:spPr bwMode="auto">
          <a:xfrm>
            <a:off x="76200" y="6248400"/>
            <a:ext cx="27432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ctr">
              <a:defRPr sz="500">
                <a:solidFill>
                  <a:schemeClr val="bg1"/>
                </a:solidFill>
                <a:latin typeface="Arial Narrow" pitchFamily="34" charset="0"/>
              </a:defRPr>
            </a:lvl1pPr>
          </a:lstStyle>
          <a:p>
            <a:pPr>
              <a:defRPr/>
            </a:pPr>
            <a:r>
              <a:rPr lang="en-US" dirty="0"/>
              <a:t>© 2023, Mike Murach &amp; Associates, Inc.</a:t>
            </a:r>
          </a:p>
        </p:txBody>
      </p:sp>
      <p:sp>
        <p:nvSpPr>
          <p:cNvPr id="9" name="Slide Number Placeholder 3"/>
          <p:cNvSpPr>
            <a:spLocks noGrp="1"/>
          </p:cNvSpPr>
          <p:nvPr>
            <p:ph type="sldNum" sz="quarter" idx="4"/>
          </p:nvPr>
        </p:nvSpPr>
        <p:spPr bwMode="auto">
          <a:xfrm>
            <a:off x="6629400" y="6248400"/>
            <a:ext cx="19050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r">
              <a:defRPr sz="900">
                <a:latin typeface="Arial Narrow" pitchFamily="34" charset="0"/>
              </a:defRPr>
            </a:lvl1pPr>
          </a:lstStyle>
          <a:p>
            <a:pPr algn="l">
              <a:defRPr/>
            </a:pPr>
            <a:endParaRPr lang="en-US" sz="1400" dirty="0">
              <a:latin typeface="Times New Roman"/>
            </a:endParaRPr>
          </a:p>
          <a:p>
            <a:pPr>
              <a:defRPr/>
            </a:pPr>
            <a:r>
              <a:rPr lang="en-US" dirty="0">
                <a:solidFill>
                  <a:schemeClr val="bg1"/>
                </a:solidFill>
              </a:rPr>
              <a:t>C1, Slide </a:t>
            </a:r>
            <a:fld id="{BF5C1183-B085-4070-A402-C03A3F977D3D}" type="slidenum">
              <a:rPr lang="en-US" smtClean="0">
                <a:solidFill>
                  <a:schemeClr val="bg1"/>
                </a:solidFill>
              </a:rPr>
              <a:pPr>
                <a:defRPr/>
              </a:pPr>
              <a:t>‹#›</a:t>
            </a:fld>
            <a:endParaRPr lang="en-US" dirty="0">
              <a:solidFill>
                <a:schemeClr val="bg1"/>
              </a:solidFill>
            </a:endParaRPr>
          </a:p>
        </p:txBody>
      </p:sp>
      <p:pic>
        <p:nvPicPr>
          <p:cNvPr id="3" name="Picture 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76830" y="6397412"/>
            <a:ext cx="1228170" cy="231988"/>
          </a:xfrm>
          <a:prstGeom prst="rect">
            <a:avLst/>
          </a:prstGeom>
        </p:spPr>
      </p:pic>
    </p:spTree>
  </p:cSld>
  <p:clrMap bg1="lt1" tx1="dk1" bg2="lt2" tx2="dk2" accent1="accent1" accent2="accent2" accent3="accent3" accent4="accent4" accent5="accent5" accent6="accent6" hlink="hlink" folHlink="folHlink"/>
  <p:sldLayoutIdLst>
    <p:sldLayoutId id="2147483688" r:id="rId1"/>
    <p:sldLayoutId id="2147483678" r:id="rId2"/>
    <p:sldLayoutId id="2147483689" r:id="rId3"/>
    <p:sldLayoutId id="2147483679" r:id="rId4"/>
    <p:sldLayoutId id="2147483690" r:id="rId5"/>
    <p:sldLayoutId id="2147483686" r:id="rId6"/>
    <p:sldLayoutId id="2147483691" r:id="rId7"/>
    <p:sldLayoutId id="2147483680" r:id="rId8"/>
    <p:sldLayoutId id="2147483683" r:id="rId9"/>
    <p:sldLayoutId id="2147483681" r:id="rId10"/>
    <p:sldLayoutId id="2147483692" r:id="rId11"/>
    <p:sldLayoutId id="2147483674" r:id="rId12"/>
    <p:sldLayoutId id="2147483687" r:id="rId13"/>
    <p:sldLayoutId id="2147483693" r:id="rId14"/>
    <p:sldLayoutId id="2147483676" r:id="rId15"/>
    <p:sldLayoutId id="2147483675" r:id="rId16"/>
    <p:sldLayoutId id="2147483684" r:id="rId17"/>
  </p:sldLayoutIdLst>
  <p:hf hdr="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AFE5-8375-D164-FDE0-BF8171B53B52}"/>
              </a:ext>
            </a:extLst>
          </p:cNvPr>
          <p:cNvSpPr>
            <a:spLocks noGrp="1"/>
          </p:cNvSpPr>
          <p:nvPr>
            <p:ph type="title"/>
          </p:nvPr>
        </p:nvSpPr>
        <p:spPr/>
        <p:txBody>
          <a:bodyPr/>
          <a:lstStyle/>
          <a:p>
            <a:r>
              <a:rPr lang="en-US" i="1" dirty="0" err="1">
                <a:latin typeface="Arial Narrow" panose="020B0606020202030204" pitchFamily="34" charset="0"/>
              </a:rPr>
              <a:t>Murach’s</a:t>
            </a:r>
            <a:r>
              <a:rPr lang="en-US" i="1" dirty="0">
                <a:latin typeface="Arial Narrow" panose="020B0606020202030204" pitchFamily="34" charset="0"/>
              </a:rPr>
              <a:t> SQL Server 2022 for Developers</a:t>
            </a:r>
          </a:p>
        </p:txBody>
      </p:sp>
      <p:sp>
        <p:nvSpPr>
          <p:cNvPr id="3" name="Text Placeholder 2">
            <a:extLst>
              <a:ext uri="{FF2B5EF4-FFF2-40B4-BE49-F238E27FC236}">
                <a16:creationId xmlns:a16="http://schemas.microsoft.com/office/drawing/2014/main" id="{DF90D95E-CA26-40EE-A4C2-C6996AE6746C}"/>
              </a:ext>
            </a:extLst>
          </p:cNvPr>
          <p:cNvSpPr>
            <a:spLocks noGrp="1"/>
          </p:cNvSpPr>
          <p:nvPr>
            <p:ph type="body" sz="quarter" idx="12"/>
          </p:nvPr>
        </p:nvSpPr>
        <p:spPr/>
        <p:txBody>
          <a:bodyPr/>
          <a:lstStyle/>
          <a:p>
            <a:r>
              <a:rPr lang="en-US" dirty="0"/>
              <a:t>Chapter 1</a:t>
            </a:r>
          </a:p>
        </p:txBody>
      </p:sp>
      <p:sp>
        <p:nvSpPr>
          <p:cNvPr id="4" name="Text Placeholder 3">
            <a:extLst>
              <a:ext uri="{FF2B5EF4-FFF2-40B4-BE49-F238E27FC236}">
                <a16:creationId xmlns:a16="http://schemas.microsoft.com/office/drawing/2014/main" id="{F77E7F6B-A2C0-7F4D-05A2-99783B3350DF}"/>
              </a:ext>
            </a:extLst>
          </p:cNvPr>
          <p:cNvSpPr>
            <a:spLocks noGrp="1"/>
          </p:cNvSpPr>
          <p:nvPr>
            <p:ph type="body" sz="quarter" idx="13"/>
          </p:nvPr>
        </p:nvSpPr>
        <p:spPr>
          <a:xfrm>
            <a:off x="1066800" y="2590800"/>
            <a:ext cx="7010400" cy="2590800"/>
          </a:xfrm>
        </p:spPr>
        <p:txBody>
          <a:bodyPr/>
          <a:lstStyle/>
          <a:p>
            <a:r>
              <a:rPr lang="en-US" dirty="0"/>
              <a:t>An introduction </a:t>
            </a:r>
          </a:p>
          <a:p>
            <a:r>
              <a:rPr lang="en-US" dirty="0"/>
              <a:t>to relational databases and SQL</a:t>
            </a:r>
          </a:p>
          <a:p>
            <a:endParaRPr lang="en-US" dirty="0"/>
          </a:p>
        </p:txBody>
      </p:sp>
      <p:sp>
        <p:nvSpPr>
          <p:cNvPr id="5" name="Footer Placeholder 4">
            <a:extLst>
              <a:ext uri="{FF2B5EF4-FFF2-40B4-BE49-F238E27FC236}">
                <a16:creationId xmlns:a16="http://schemas.microsoft.com/office/drawing/2014/main" id="{F7536FCE-A3D0-628E-E5D0-512C93716501}"/>
              </a:ext>
            </a:extLst>
          </p:cNvPr>
          <p:cNvSpPr>
            <a:spLocks noGrp="1"/>
          </p:cNvSpPr>
          <p:nvPr>
            <p:ph type="ftr" sz="quarter" idx="10"/>
          </p:nvPr>
        </p:nvSpPr>
        <p:spPr/>
        <p:txBody>
          <a:bodyPr/>
          <a:lstStyle/>
          <a:p>
            <a:pPr>
              <a:defRPr/>
            </a:pPr>
            <a:r>
              <a:rPr lang="en-US" dirty="0"/>
              <a:t>© 2023, Mike Murach &amp; Associates, Inc.</a:t>
            </a:r>
          </a:p>
        </p:txBody>
      </p:sp>
      <p:sp>
        <p:nvSpPr>
          <p:cNvPr id="6" name="Slide Number Placeholder 5">
            <a:extLst>
              <a:ext uri="{FF2B5EF4-FFF2-40B4-BE49-F238E27FC236}">
                <a16:creationId xmlns:a16="http://schemas.microsoft.com/office/drawing/2014/main" id="{E46147AD-1470-5E7E-09D0-BB3BAEB36DE7}"/>
              </a:ext>
            </a:extLst>
          </p:cNvPr>
          <p:cNvSpPr>
            <a:spLocks noGrp="1"/>
          </p:cNvSpPr>
          <p:nvPr>
            <p:ph type="sldNum" sz="quarter" idx="11"/>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1</a:t>
            </a:fld>
            <a:endParaRPr lang="en-US" dirty="0">
              <a:solidFill>
                <a:schemeClr val="bg1"/>
              </a:solidFill>
            </a:endParaRPr>
          </a:p>
        </p:txBody>
      </p:sp>
    </p:spTree>
    <p:extLst>
      <p:ext uri="{BB962C8B-B14F-4D97-AF65-F5344CB8AC3E}">
        <p14:creationId xmlns:p14="http://schemas.microsoft.com/office/powerpoint/2010/main" val="58792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6B33AE4-FEE7-BCFB-3952-CA105F4A2E26}"/>
              </a:ext>
            </a:extLst>
          </p:cNvPr>
          <p:cNvSpPr>
            <a:spLocks noGrp="1"/>
          </p:cNvSpPr>
          <p:nvPr>
            <p:ph type="title"/>
          </p:nvPr>
        </p:nvSpPr>
        <p:spPr/>
        <p:txBody>
          <a:bodyPr/>
          <a:lstStyle/>
          <a:p>
            <a:r>
              <a:rPr lang="en-US" dirty="0"/>
              <a:t>Objectives</a:t>
            </a:r>
          </a:p>
        </p:txBody>
      </p:sp>
      <p:sp>
        <p:nvSpPr>
          <p:cNvPr id="8" name="Text Placeholder 7">
            <a:extLst>
              <a:ext uri="{FF2B5EF4-FFF2-40B4-BE49-F238E27FC236}">
                <a16:creationId xmlns:a16="http://schemas.microsoft.com/office/drawing/2014/main" id="{8CA87D8B-25C1-165B-A00C-FEE54E856F70}"/>
              </a:ext>
            </a:extLst>
          </p:cNvPr>
          <p:cNvSpPr>
            <a:spLocks noGrp="1"/>
          </p:cNvSpPr>
          <p:nvPr>
            <p:ph type="body" sz="quarter" idx="13"/>
          </p:nvPr>
        </p:nvSpPr>
        <p:spPr/>
        <p:txBody>
          <a:bodyPr/>
          <a:lstStyle/>
          <a:p>
            <a:pPr marL="0" marR="0">
              <a:spcBef>
                <a:spcPts val="1500"/>
              </a:spcBef>
              <a:spcAft>
                <a:spcPts val="600"/>
              </a:spcAft>
              <a:tabLst>
                <a:tab pos="1371600" algn="l"/>
              </a:tabLst>
            </a:pPr>
            <a:r>
              <a:rPr lang="en-US" sz="1800" b="1" dirty="0">
                <a:effectLst/>
                <a:latin typeface="Arial" panose="020B0604020202020204" pitchFamily="34" charset="0"/>
                <a:ea typeface="Times New Roman" panose="02020603050405020304" pitchFamily="18" charset="0"/>
                <a:cs typeface="Times New Roman" panose="02020603050405020304" pitchFamily="18" charset="0"/>
              </a:rPr>
              <a:t>Knowledge</a:t>
            </a:r>
          </a:p>
          <a:p>
            <a:pPr marL="342900" marR="0" lvl="0" indent="-342900">
              <a:spcBef>
                <a:spcPts val="0"/>
              </a:spcBef>
              <a:spcAft>
                <a:spcPts val="600"/>
              </a:spcAft>
              <a:buFont typeface="+mj-lt"/>
              <a:buAutoNum type="arabicPeriod"/>
              <a:tabLst>
                <a:tab pos="342900" algn="l"/>
                <a:tab pos="228600" algn="l"/>
              </a:tabLst>
            </a:pPr>
            <a:r>
              <a:rPr lang="en-US" sz="1800" spc="-10" dirty="0">
                <a:effectLst/>
                <a:latin typeface="Times New Roman" panose="02020603050405020304" pitchFamily="18" charset="0"/>
                <a:ea typeface="Times New Roman" panose="02020603050405020304" pitchFamily="18" charset="0"/>
              </a:rPr>
              <a:t>Identify the three main hardware components of a client/server system.</a:t>
            </a:r>
          </a:p>
          <a:p>
            <a:pPr marL="342900" marR="0" lvl="0" indent="-342900">
              <a:spcBef>
                <a:spcPts val="0"/>
              </a:spcBef>
              <a:spcAft>
                <a:spcPts val="600"/>
              </a:spcAft>
              <a:buFont typeface="+mj-lt"/>
              <a:buAutoNum type="arabicPeriod"/>
              <a:tabLst>
                <a:tab pos="342900" algn="l"/>
                <a:tab pos="228600" algn="l"/>
              </a:tabLst>
            </a:pPr>
            <a:r>
              <a:rPr lang="en-US" sz="1800" spc="-10" dirty="0">
                <a:effectLst/>
                <a:latin typeface="Times New Roman" panose="02020603050405020304" pitchFamily="18" charset="0"/>
                <a:ea typeface="Times New Roman" panose="02020603050405020304" pitchFamily="18" charset="0"/>
              </a:rPr>
              <a:t>Describe the way a client accesses the database on a server using these terms: application software, data access API, database management system, SQL query, and query results.</a:t>
            </a:r>
          </a:p>
          <a:p>
            <a:pPr marL="342900" marR="0" lvl="0" indent="-342900">
              <a:spcBef>
                <a:spcPts val="0"/>
              </a:spcBef>
              <a:spcAft>
                <a:spcPts val="600"/>
              </a:spcAft>
              <a:buFont typeface="+mj-lt"/>
              <a:buAutoNum type="arabicPeriod"/>
              <a:tabLst>
                <a:tab pos="342900" algn="l"/>
                <a:tab pos="228600" algn="l"/>
              </a:tabLst>
            </a:pPr>
            <a:r>
              <a:rPr lang="en-US" sz="1800" spc="-10" dirty="0">
                <a:effectLst/>
                <a:latin typeface="Times New Roman" panose="02020603050405020304" pitchFamily="18" charset="0"/>
                <a:ea typeface="Times New Roman" panose="02020603050405020304" pitchFamily="18" charset="0"/>
              </a:rPr>
              <a:t>Describe the way a database is organized using these terms: tables, columns, rows, and cells.</a:t>
            </a:r>
          </a:p>
          <a:p>
            <a:pPr marL="342900" marR="0" lvl="0" indent="-342900">
              <a:spcBef>
                <a:spcPts val="0"/>
              </a:spcBef>
              <a:spcAft>
                <a:spcPts val="600"/>
              </a:spcAft>
              <a:buFont typeface="+mj-lt"/>
              <a:buAutoNum type="arabicPeriod"/>
              <a:tabLst>
                <a:tab pos="342900" algn="l"/>
                <a:tab pos="228600" algn="l"/>
              </a:tabLst>
            </a:pPr>
            <a:r>
              <a:rPr lang="en-US" sz="1800" spc="-10" dirty="0">
                <a:effectLst/>
                <a:latin typeface="Times New Roman" panose="02020603050405020304" pitchFamily="18" charset="0"/>
                <a:ea typeface="Times New Roman" panose="02020603050405020304" pitchFamily="18" charset="0"/>
              </a:rPr>
              <a:t>Describe how the tables in a relational database are related using these terms: primary key and foreign key.</a:t>
            </a:r>
          </a:p>
          <a:p>
            <a:pPr marL="342900" marR="0" lvl="0" indent="-342900">
              <a:spcBef>
                <a:spcPts val="0"/>
              </a:spcBef>
              <a:spcAft>
                <a:spcPts val="600"/>
              </a:spcAft>
              <a:buFont typeface="+mj-lt"/>
              <a:buAutoNum type="arabicPeriod"/>
              <a:tabLst>
                <a:tab pos="342900" algn="l"/>
                <a:tab pos="228600" algn="l"/>
              </a:tabLst>
            </a:pPr>
            <a:r>
              <a:rPr lang="en-US" sz="1800" spc="-10" dirty="0">
                <a:effectLst/>
                <a:latin typeface="Times New Roman" panose="02020603050405020304" pitchFamily="18" charset="0"/>
                <a:ea typeface="Times New Roman" panose="02020603050405020304" pitchFamily="18" charset="0"/>
              </a:rPr>
              <a:t>Identify the three types of relationships that can exist between two tables.</a:t>
            </a:r>
          </a:p>
          <a:p>
            <a:pPr marL="342900" marR="0" lvl="0" indent="-342900">
              <a:spcBef>
                <a:spcPts val="0"/>
              </a:spcBef>
              <a:spcAft>
                <a:spcPts val="600"/>
              </a:spcAft>
              <a:buFont typeface="+mj-lt"/>
              <a:buAutoNum type="arabicPeriod"/>
              <a:tabLst>
                <a:tab pos="342900" algn="l"/>
                <a:tab pos="228600" algn="l"/>
              </a:tabLst>
            </a:pPr>
            <a:r>
              <a:rPr lang="en-US" sz="1800" spc="-10" dirty="0">
                <a:effectLst/>
                <a:latin typeface="Times New Roman" panose="02020603050405020304" pitchFamily="18" charset="0"/>
                <a:ea typeface="Times New Roman" panose="02020603050405020304" pitchFamily="18" charset="0"/>
              </a:rPr>
              <a:t>Describe the way the columns in a table are defined using these terms: data type, null value, default value, and identity column.</a:t>
            </a:r>
          </a:p>
          <a:p>
            <a:endParaRPr lang="en-US" dirty="0"/>
          </a:p>
        </p:txBody>
      </p:sp>
      <p:sp>
        <p:nvSpPr>
          <p:cNvPr id="4" name="Footer Placeholder 3">
            <a:extLst>
              <a:ext uri="{FF2B5EF4-FFF2-40B4-BE49-F238E27FC236}">
                <a16:creationId xmlns:a16="http://schemas.microsoft.com/office/drawing/2014/main" id="{577E423E-A153-8A4E-3EEE-D7AD0EADC9ED}"/>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8CA81AA8-C194-C5F3-019E-FCA26CD84B2D}"/>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EB255F14-8682-4C05-940E-0089AA1C52F5}"/>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2</a:t>
            </a:fld>
            <a:endParaRPr lang="en-US" dirty="0">
              <a:solidFill>
                <a:schemeClr val="bg1"/>
              </a:solidFill>
            </a:endParaRPr>
          </a:p>
        </p:txBody>
      </p:sp>
    </p:spTree>
    <p:extLst>
      <p:ext uri="{BB962C8B-B14F-4D97-AF65-F5344CB8AC3E}">
        <p14:creationId xmlns:p14="http://schemas.microsoft.com/office/powerpoint/2010/main" val="4239044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C17DDE-6BC3-05F9-1906-B684950505BB}"/>
              </a:ext>
            </a:extLst>
          </p:cNvPr>
          <p:cNvSpPr>
            <a:spLocks noGrp="1"/>
          </p:cNvSpPr>
          <p:nvPr>
            <p:ph type="title"/>
          </p:nvPr>
        </p:nvSpPr>
        <p:spPr/>
        <p:txBody>
          <a:bodyPr/>
          <a:lstStyle/>
          <a:p>
            <a:r>
              <a:rPr lang="en-US" dirty="0"/>
              <a:t>Objectives (cont.)</a:t>
            </a:r>
          </a:p>
        </p:txBody>
      </p:sp>
      <p:sp>
        <p:nvSpPr>
          <p:cNvPr id="8" name="Text Placeholder 7">
            <a:extLst>
              <a:ext uri="{FF2B5EF4-FFF2-40B4-BE49-F238E27FC236}">
                <a16:creationId xmlns:a16="http://schemas.microsoft.com/office/drawing/2014/main" id="{FD1423B1-2DB3-DE85-45B9-CEEF39119F91}"/>
              </a:ext>
            </a:extLst>
          </p:cNvPr>
          <p:cNvSpPr>
            <a:spLocks noGrp="1"/>
          </p:cNvSpPr>
          <p:nvPr>
            <p:ph type="body" sz="quarter" idx="13"/>
          </p:nvPr>
        </p:nvSpPr>
        <p:spPr/>
        <p:txBody>
          <a:bodyPr/>
          <a:lstStyle/>
          <a:p>
            <a:pPr marL="342900" marR="0" lvl="0" indent="-342900">
              <a:spcBef>
                <a:spcPts val="0"/>
              </a:spcBef>
              <a:spcAft>
                <a:spcPts val="600"/>
              </a:spcAft>
              <a:buFont typeface="+mj-lt"/>
              <a:buAutoNum type="arabicPeriod" startAt="7"/>
              <a:tabLst>
                <a:tab pos="342900" algn="l"/>
                <a:tab pos="228600" algn="l"/>
              </a:tabLst>
            </a:pPr>
            <a:r>
              <a:rPr lang="en-US" sz="1800" spc="-10" dirty="0">
                <a:effectLst/>
                <a:latin typeface="Times New Roman" panose="02020603050405020304" pitchFamily="18" charset="0"/>
                <a:ea typeface="Times New Roman" panose="02020603050405020304" pitchFamily="18" charset="0"/>
              </a:rPr>
              <a:t>Describe the relationship between standard SQL and Microsoft SQL Server’s Transact-SQL.</a:t>
            </a:r>
          </a:p>
          <a:p>
            <a:pPr marL="342900" marR="0" lvl="0" indent="-342900">
              <a:spcBef>
                <a:spcPts val="0"/>
              </a:spcBef>
              <a:spcAft>
                <a:spcPts val="600"/>
              </a:spcAft>
              <a:buFont typeface="+mj-lt"/>
              <a:buAutoNum type="arabicPeriod" startAt="7"/>
              <a:tabLst>
                <a:tab pos="342900" algn="l"/>
                <a:tab pos="228600" algn="l"/>
              </a:tabLst>
            </a:pPr>
            <a:r>
              <a:rPr lang="en-US" sz="1800" spc="-10" dirty="0">
                <a:effectLst/>
                <a:latin typeface="Times New Roman" panose="02020603050405020304" pitchFamily="18" charset="0"/>
                <a:ea typeface="Times New Roman" panose="02020603050405020304" pitchFamily="18" charset="0"/>
              </a:rPr>
              <a:t>Describe the difference between DML statements and DDL statements.</a:t>
            </a:r>
          </a:p>
          <a:p>
            <a:pPr marL="342900" marR="0" lvl="0" indent="-342900">
              <a:spcBef>
                <a:spcPts val="0"/>
              </a:spcBef>
              <a:spcAft>
                <a:spcPts val="600"/>
              </a:spcAft>
              <a:buFont typeface="+mj-lt"/>
              <a:buAutoNum type="arabicPeriod" startAt="7"/>
              <a:tabLst>
                <a:tab pos="342900" algn="l"/>
                <a:tab pos="228600" algn="l"/>
              </a:tabLst>
            </a:pPr>
            <a:r>
              <a:rPr lang="en-US" sz="1800" spc="-10" dirty="0">
                <a:effectLst/>
                <a:latin typeface="Times New Roman" panose="02020603050405020304" pitchFamily="18" charset="0"/>
                <a:ea typeface="Times New Roman" panose="02020603050405020304" pitchFamily="18" charset="0"/>
              </a:rPr>
              <a:t>Describe the difference between an action query and a SELECT query.</a:t>
            </a:r>
          </a:p>
          <a:p>
            <a:pPr marL="342900" marR="0" lvl="0" indent="-342900">
              <a:spcBef>
                <a:spcPts val="0"/>
              </a:spcBef>
              <a:spcAft>
                <a:spcPts val="600"/>
              </a:spcAft>
              <a:buFont typeface="+mj-lt"/>
              <a:buAutoNum type="arabicPeriod" startAt="7"/>
              <a:tabLst>
                <a:tab pos="342900" algn="l"/>
                <a:tab pos="228600" algn="l"/>
              </a:tabLst>
            </a:pPr>
            <a:r>
              <a:rPr lang="en-US" sz="1800" spc="-10" dirty="0">
                <a:effectLst/>
                <a:latin typeface="Times New Roman" panose="02020603050405020304" pitchFamily="18" charset="0"/>
                <a:ea typeface="Times New Roman" panose="02020603050405020304" pitchFamily="18" charset="0"/>
              </a:rPr>
              <a:t>List three coding techniques that can make your SQL code easier to read and maintain.</a:t>
            </a:r>
          </a:p>
        </p:txBody>
      </p:sp>
      <p:sp>
        <p:nvSpPr>
          <p:cNvPr id="4" name="Footer Placeholder 3">
            <a:extLst>
              <a:ext uri="{FF2B5EF4-FFF2-40B4-BE49-F238E27FC236}">
                <a16:creationId xmlns:a16="http://schemas.microsoft.com/office/drawing/2014/main" id="{894B982B-360F-7261-C0BE-ABE4C9E80584}"/>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3A51EC5E-02C7-9449-5F09-C094CD43CCD1}"/>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A606BB38-A339-322B-2F9A-B8024D72CD2F}"/>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3</a:t>
            </a:fld>
            <a:endParaRPr lang="en-US" dirty="0">
              <a:solidFill>
                <a:schemeClr val="bg1"/>
              </a:solidFill>
            </a:endParaRPr>
          </a:p>
        </p:txBody>
      </p:sp>
    </p:spTree>
    <p:extLst>
      <p:ext uri="{BB962C8B-B14F-4D97-AF65-F5344CB8AC3E}">
        <p14:creationId xmlns:p14="http://schemas.microsoft.com/office/powerpoint/2010/main" val="4021463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C0B1AFF-C831-8341-AD84-313456224D2E}"/>
              </a:ext>
            </a:extLst>
          </p:cNvPr>
          <p:cNvSpPr>
            <a:spLocks noGrp="1"/>
          </p:cNvSpPr>
          <p:nvPr>
            <p:ph type="title"/>
          </p:nvPr>
        </p:nvSpPr>
        <p:spPr/>
        <p:txBody>
          <a:bodyPr/>
          <a:lstStyle/>
          <a:p>
            <a:r>
              <a:rPr lang="en-US" dirty="0"/>
              <a:t>A simple client/server system</a:t>
            </a:r>
          </a:p>
        </p:txBody>
      </p:sp>
      <p:pic>
        <p:nvPicPr>
          <p:cNvPr id="9" name="Content Placeholder 8" descr="Title describes slide">
            <a:extLst>
              <a:ext uri="{FF2B5EF4-FFF2-40B4-BE49-F238E27FC236}">
                <a16:creationId xmlns:a16="http://schemas.microsoft.com/office/drawing/2014/main" id="{6F689D5C-0CF6-6854-9407-671F16851FA5}"/>
              </a:ext>
            </a:extLst>
          </p:cNvPr>
          <p:cNvPicPr>
            <a:picLocks noGrp="1" noChangeAspect="1"/>
          </p:cNvPicPr>
          <p:nvPr>
            <p:ph sz="quarter" idx="13"/>
          </p:nvPr>
        </p:nvPicPr>
        <p:blipFill>
          <a:blip r:embed="rId2"/>
          <a:stretch>
            <a:fillRect/>
          </a:stretch>
        </p:blipFill>
        <p:spPr>
          <a:xfrm>
            <a:off x="1752600" y="1219200"/>
            <a:ext cx="5638800" cy="4631106"/>
          </a:xfrm>
          <a:prstGeom prst="rect">
            <a:avLst/>
          </a:prstGeom>
        </p:spPr>
      </p:pic>
      <p:sp>
        <p:nvSpPr>
          <p:cNvPr id="4" name="Footer Placeholder 3">
            <a:extLst>
              <a:ext uri="{FF2B5EF4-FFF2-40B4-BE49-F238E27FC236}">
                <a16:creationId xmlns:a16="http://schemas.microsoft.com/office/drawing/2014/main" id="{5FB34BF2-E1D6-F6D2-F26B-B25CC241DB92}"/>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849B3148-B402-0217-75C0-6A47A3433AF4}"/>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A5685A31-6E74-B815-0922-70D9E6D155FE}"/>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4</a:t>
            </a:fld>
            <a:endParaRPr lang="en-US" dirty="0">
              <a:solidFill>
                <a:schemeClr val="bg1"/>
              </a:solidFill>
            </a:endParaRPr>
          </a:p>
        </p:txBody>
      </p:sp>
    </p:spTree>
    <p:extLst>
      <p:ext uri="{BB962C8B-B14F-4D97-AF65-F5344CB8AC3E}">
        <p14:creationId xmlns:p14="http://schemas.microsoft.com/office/powerpoint/2010/main" val="320364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descr="A diagram of client software, server software, and the SQL interface&#10;">
            <a:extLst>
              <a:ext uri="{FF2B5EF4-FFF2-40B4-BE49-F238E27FC236}">
                <a16:creationId xmlns:a16="http://schemas.microsoft.com/office/drawing/2014/main" id="{AF609659-6390-79FF-ACB1-B7C78CE9FA18}"/>
              </a:ext>
            </a:extLst>
          </p:cNvPr>
          <p:cNvSpPr>
            <a:spLocks noGrp="1"/>
          </p:cNvSpPr>
          <p:nvPr>
            <p:ph type="title"/>
          </p:nvPr>
        </p:nvSpPr>
        <p:spPr>
          <a:xfrm>
            <a:off x="914400" y="769496"/>
            <a:ext cx="7315200" cy="830704"/>
          </a:xfrm>
        </p:spPr>
        <p:txBody>
          <a:bodyPr/>
          <a:lstStyle/>
          <a:p>
            <a:r>
              <a:rPr lang="en-US" dirty="0"/>
              <a:t>Client software, server software, </a:t>
            </a:r>
            <a:br>
              <a:rPr lang="en-US" dirty="0"/>
            </a:br>
            <a:r>
              <a:rPr lang="en-US" dirty="0"/>
              <a:t>and the SQL interface</a:t>
            </a:r>
            <a:br>
              <a:rPr lang="en-US" dirty="0"/>
            </a:br>
            <a:endParaRPr lang="en-US" dirty="0"/>
          </a:p>
        </p:txBody>
      </p:sp>
      <p:pic>
        <p:nvPicPr>
          <p:cNvPr id="12" name="Content Placeholder 11" descr="Title describes slide">
            <a:extLst>
              <a:ext uri="{FF2B5EF4-FFF2-40B4-BE49-F238E27FC236}">
                <a16:creationId xmlns:a16="http://schemas.microsoft.com/office/drawing/2014/main" id="{93072AB7-96FF-7DB0-2F41-4D50CE96EF2A}"/>
              </a:ext>
            </a:extLst>
          </p:cNvPr>
          <p:cNvPicPr>
            <a:picLocks noGrp="1" noChangeAspect="1"/>
          </p:cNvPicPr>
          <p:nvPr>
            <p:ph sz="quarter" idx="13"/>
          </p:nvPr>
        </p:nvPicPr>
        <p:blipFill>
          <a:blip r:embed="rId2"/>
          <a:stretch>
            <a:fillRect/>
          </a:stretch>
        </p:blipFill>
        <p:spPr>
          <a:xfrm>
            <a:off x="1295400" y="1533780"/>
            <a:ext cx="5542857" cy="2047619"/>
          </a:xfrm>
          <a:prstGeom prst="rect">
            <a:avLst/>
          </a:prstGeom>
        </p:spPr>
      </p:pic>
      <p:sp>
        <p:nvSpPr>
          <p:cNvPr id="9" name="Text Placeholder 8">
            <a:extLst>
              <a:ext uri="{FF2B5EF4-FFF2-40B4-BE49-F238E27FC236}">
                <a16:creationId xmlns:a16="http://schemas.microsoft.com/office/drawing/2014/main" id="{55B76154-8E49-0A0E-D12D-BB999A20BA10}"/>
              </a:ext>
            </a:extLst>
          </p:cNvPr>
          <p:cNvSpPr>
            <a:spLocks noGrp="1"/>
          </p:cNvSpPr>
          <p:nvPr>
            <p:ph type="body" sz="quarter" idx="15"/>
          </p:nvPr>
        </p:nvSpPr>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the SQL interface works</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The application software communicates with the DBMS by sending </a:t>
            </a:r>
            <a:r>
              <a:rPr lang="en-US" sz="1800" i="1" spc="-10" dirty="0">
                <a:effectLst/>
                <a:latin typeface="Times New Roman" panose="02020603050405020304" pitchFamily="18" charset="0"/>
                <a:ea typeface="Times New Roman" panose="02020603050405020304" pitchFamily="18" charset="0"/>
              </a:rPr>
              <a:t>SQL queries</a:t>
            </a:r>
            <a:r>
              <a:rPr lang="en-US" sz="1800" spc="-10" dirty="0">
                <a:effectLst/>
                <a:latin typeface="Times New Roman" panose="02020603050405020304" pitchFamily="18" charset="0"/>
                <a:ea typeface="Times New Roman" panose="02020603050405020304" pitchFamily="18" charset="0"/>
              </a:rPr>
              <a:t> through the </a:t>
            </a:r>
            <a:r>
              <a:rPr lang="en-US" sz="1800" i="1" spc="-10" dirty="0">
                <a:effectLst/>
                <a:latin typeface="Times New Roman" panose="02020603050405020304" pitchFamily="18" charset="0"/>
                <a:ea typeface="Times New Roman" panose="02020603050405020304" pitchFamily="18" charset="0"/>
              </a:rPr>
              <a:t>data access API</a:t>
            </a:r>
            <a:r>
              <a:rPr lang="en-US" sz="1800" spc="-10" dirty="0">
                <a:effectLst/>
                <a:latin typeface="Times New Roman" panose="02020603050405020304" pitchFamily="18" charset="0"/>
                <a:ea typeface="Times New Roman" panose="02020603050405020304" pitchFamily="18" charset="0"/>
              </a:rPr>
              <a:t>.</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When the DBMS receives a query that requests data, it processes the query and returns the </a:t>
            </a:r>
            <a:r>
              <a:rPr lang="en-US" sz="1800" i="1" spc="-10" dirty="0">
                <a:effectLst/>
                <a:latin typeface="Times New Roman" panose="02020603050405020304" pitchFamily="18" charset="0"/>
                <a:ea typeface="Times New Roman" panose="02020603050405020304" pitchFamily="18" charset="0"/>
              </a:rPr>
              <a:t>query results</a:t>
            </a:r>
            <a:r>
              <a:rPr lang="en-US" sz="1800" spc="-10" dirty="0">
                <a:effectLst/>
                <a:latin typeface="Times New Roman" panose="02020603050405020304" pitchFamily="18" charset="0"/>
                <a:ea typeface="Times New Roman" panose="02020603050405020304" pitchFamily="18" charset="0"/>
              </a:rPr>
              <a:t> to the client.</a:t>
            </a:r>
          </a:p>
          <a:p>
            <a:endParaRPr lang="en-US" dirty="0"/>
          </a:p>
        </p:txBody>
      </p:sp>
      <p:sp>
        <p:nvSpPr>
          <p:cNvPr id="4" name="Footer Placeholder 3">
            <a:extLst>
              <a:ext uri="{FF2B5EF4-FFF2-40B4-BE49-F238E27FC236}">
                <a16:creationId xmlns:a16="http://schemas.microsoft.com/office/drawing/2014/main" id="{9A1E4720-81A5-4B1A-F839-8B7D84A21263}"/>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995E625B-E490-802C-CECD-824070FDAA2D}"/>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E098FD0A-8868-2695-08B0-F2DDA655C482}"/>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C1, Slide </a:t>
            </a:r>
            <a:fld id="{BF5C1183-B085-4070-A402-C03A3F977D3D}" type="slidenum">
              <a:rPr lang="en-US" sz="900" smtClean="0">
                <a:solidFill>
                  <a:schemeClr val="bg1"/>
                </a:solidFill>
                <a:latin typeface="Arial Narrow" panose="020B0606020202030204" pitchFamily="34" charset="0"/>
              </a:rPr>
              <a:pPr algn="r">
                <a:defRPr/>
              </a:pPr>
              <a:t>5</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68226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F2AB-8778-6F94-09C6-803E44758FA6}"/>
              </a:ext>
            </a:extLst>
          </p:cNvPr>
          <p:cNvSpPr>
            <a:spLocks noGrp="1"/>
          </p:cNvSpPr>
          <p:nvPr>
            <p:ph type="title"/>
          </p:nvPr>
        </p:nvSpPr>
        <p:spPr>
          <a:xfrm>
            <a:off x="914400" y="560456"/>
            <a:ext cx="7315200" cy="1107996"/>
          </a:xfrm>
        </p:spPr>
        <p:txBody>
          <a:bodyPr/>
          <a:lstStyle/>
          <a:p>
            <a:r>
              <a:rPr lang="en-US" dirty="0"/>
              <a:t>A Windows-based system </a:t>
            </a:r>
            <a:br>
              <a:rPr lang="en-US" dirty="0"/>
            </a:br>
            <a:r>
              <a:rPr lang="en-US" dirty="0"/>
              <a:t>that uses an application server</a:t>
            </a:r>
            <a:br>
              <a:rPr lang="en-US" dirty="0"/>
            </a:br>
            <a:endParaRPr lang="en-US" dirty="0"/>
          </a:p>
        </p:txBody>
      </p:sp>
      <p:pic>
        <p:nvPicPr>
          <p:cNvPr id="10" name="Content Placeholder 9" descr="Title describes slide">
            <a:extLst>
              <a:ext uri="{FF2B5EF4-FFF2-40B4-BE49-F238E27FC236}">
                <a16:creationId xmlns:a16="http://schemas.microsoft.com/office/drawing/2014/main" id="{93E39AE8-B0B4-29EE-5B17-94CAA40A7EEF}"/>
              </a:ext>
            </a:extLst>
          </p:cNvPr>
          <p:cNvPicPr>
            <a:picLocks noGrp="1" noChangeAspect="1"/>
          </p:cNvPicPr>
          <p:nvPr>
            <p:ph sz="quarter" idx="13"/>
          </p:nvPr>
        </p:nvPicPr>
        <p:blipFill>
          <a:blip r:embed="rId2"/>
          <a:stretch>
            <a:fillRect/>
          </a:stretch>
        </p:blipFill>
        <p:spPr>
          <a:xfrm>
            <a:off x="1187429" y="1553244"/>
            <a:ext cx="7085714" cy="2428571"/>
          </a:xfrm>
          <a:prstGeom prst="rect">
            <a:avLst/>
          </a:prstGeom>
        </p:spPr>
      </p:pic>
      <p:sp>
        <p:nvSpPr>
          <p:cNvPr id="4" name="Text Placeholder 3">
            <a:extLst>
              <a:ext uri="{FF2B5EF4-FFF2-40B4-BE49-F238E27FC236}">
                <a16:creationId xmlns:a16="http://schemas.microsoft.com/office/drawing/2014/main" id="{016BA4BF-0AFE-CF15-602C-23ED556D618F}"/>
              </a:ext>
            </a:extLst>
          </p:cNvPr>
          <p:cNvSpPr>
            <a:spLocks noGrp="1"/>
          </p:cNvSpPr>
          <p:nvPr>
            <p:ph type="body" sz="quarter" idx="15"/>
          </p:nvPr>
        </p:nvSpPr>
        <p:spPr>
          <a:xfrm>
            <a:off x="838200" y="3810000"/>
            <a:ext cx="7391400" cy="12954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application servers are used</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An </a:t>
            </a:r>
            <a:r>
              <a:rPr lang="en-US" sz="1800" i="1" spc="-10" dirty="0">
                <a:effectLst/>
                <a:latin typeface="Times New Roman" panose="02020603050405020304" pitchFamily="18" charset="0"/>
                <a:ea typeface="Times New Roman" panose="02020603050405020304" pitchFamily="18" charset="0"/>
              </a:rPr>
              <a:t>application server</a:t>
            </a:r>
            <a:r>
              <a:rPr lang="en-US" sz="1800" spc="-10" dirty="0">
                <a:effectLst/>
                <a:latin typeface="Times New Roman" panose="02020603050405020304" pitchFamily="18" charset="0"/>
                <a:ea typeface="Times New Roman" panose="02020603050405020304" pitchFamily="18" charset="0"/>
              </a:rPr>
              <a:t> handles the processing for an application and uses SQL to communicate with the database server.</a:t>
            </a:r>
          </a:p>
          <a:p>
            <a:endParaRPr lang="en-US" dirty="0"/>
          </a:p>
        </p:txBody>
      </p:sp>
      <p:sp>
        <p:nvSpPr>
          <p:cNvPr id="5" name="Footer Placeholder 4">
            <a:extLst>
              <a:ext uri="{FF2B5EF4-FFF2-40B4-BE49-F238E27FC236}">
                <a16:creationId xmlns:a16="http://schemas.microsoft.com/office/drawing/2014/main" id="{C21C3A6E-FDEA-D8A9-F9E6-46C949FF8D52}"/>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4C889D5F-20CD-98A9-1E1D-03A63531953D}"/>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8A021E24-4537-95C5-7409-187626543A99}"/>
              </a:ext>
            </a:extLst>
          </p:cNvPr>
          <p:cNvSpPr>
            <a:spLocks noGrp="1"/>
          </p:cNvSpPr>
          <p:nvPr>
            <p:ph type="sldNum" sz="quarter" idx="12"/>
          </p:nvPr>
        </p:nvSpPr>
        <p:spPr/>
        <p:txBody>
          <a:bodyPr/>
          <a:lstStyle/>
          <a:p>
            <a:pPr>
              <a:defRPr/>
            </a:pPr>
            <a:endParaRPr lang="en-US" dirty="0"/>
          </a:p>
          <a:p>
            <a:pPr algn="r">
              <a:defRPr/>
            </a:pPr>
            <a:r>
              <a:rPr lang="en-US" sz="900" dirty="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6</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727244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F2AB-8778-6F94-09C6-803E44758FA6}"/>
              </a:ext>
            </a:extLst>
          </p:cNvPr>
          <p:cNvSpPr>
            <a:spLocks noGrp="1"/>
          </p:cNvSpPr>
          <p:nvPr>
            <p:ph type="title"/>
          </p:nvPr>
        </p:nvSpPr>
        <p:spPr>
          <a:xfrm>
            <a:off x="914400" y="624989"/>
            <a:ext cx="7315200" cy="369332"/>
          </a:xfrm>
        </p:spPr>
        <p:txBody>
          <a:bodyPr/>
          <a:lstStyle/>
          <a:p>
            <a:r>
              <a:rPr lang="en-US" dirty="0"/>
              <a:t>A simple web-based system</a:t>
            </a:r>
          </a:p>
        </p:txBody>
      </p:sp>
      <p:pic>
        <p:nvPicPr>
          <p:cNvPr id="8" name="Content Placeholder 7" descr="Title describes slide">
            <a:extLst>
              <a:ext uri="{FF2B5EF4-FFF2-40B4-BE49-F238E27FC236}">
                <a16:creationId xmlns:a16="http://schemas.microsoft.com/office/drawing/2014/main" id="{7919E369-1854-1F1E-8F82-A84CB31B8A87}"/>
              </a:ext>
            </a:extLst>
          </p:cNvPr>
          <p:cNvPicPr>
            <a:picLocks noGrp="1" noChangeAspect="1"/>
          </p:cNvPicPr>
          <p:nvPr>
            <p:ph sz="quarter" idx="13"/>
          </p:nvPr>
        </p:nvPicPr>
        <p:blipFill>
          <a:blip r:embed="rId2"/>
          <a:stretch>
            <a:fillRect/>
          </a:stretch>
        </p:blipFill>
        <p:spPr>
          <a:xfrm>
            <a:off x="1103075" y="1143000"/>
            <a:ext cx="7171965" cy="1676400"/>
          </a:xfrm>
          <a:prstGeom prst="rect">
            <a:avLst/>
          </a:prstGeom>
        </p:spPr>
      </p:pic>
      <p:sp>
        <p:nvSpPr>
          <p:cNvPr id="4" name="Text Placeholder 3">
            <a:extLst>
              <a:ext uri="{FF2B5EF4-FFF2-40B4-BE49-F238E27FC236}">
                <a16:creationId xmlns:a16="http://schemas.microsoft.com/office/drawing/2014/main" id="{016BA4BF-0AFE-CF15-602C-23ED556D618F}"/>
              </a:ext>
            </a:extLst>
          </p:cNvPr>
          <p:cNvSpPr>
            <a:spLocks noGrp="1"/>
          </p:cNvSpPr>
          <p:nvPr>
            <p:ph type="body" sz="quarter" idx="15"/>
          </p:nvPr>
        </p:nvSpPr>
        <p:spPr>
          <a:xfrm>
            <a:off x="838200" y="2819400"/>
            <a:ext cx="7391400" cy="2209799"/>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web servers are used</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A </a:t>
            </a:r>
            <a:r>
              <a:rPr lang="en-US" sz="1800" i="1" spc="-10" dirty="0">
                <a:effectLst/>
                <a:latin typeface="Times New Roman" panose="02020603050405020304" pitchFamily="18" charset="0"/>
                <a:ea typeface="Times New Roman" panose="02020603050405020304" pitchFamily="18" charset="0"/>
              </a:rPr>
              <a:t>web server</a:t>
            </a:r>
            <a:r>
              <a:rPr lang="en-US" sz="1800" spc="-10" dirty="0">
                <a:effectLst/>
                <a:latin typeface="Times New Roman" panose="02020603050405020304" pitchFamily="18" charset="0"/>
                <a:ea typeface="Times New Roman" panose="02020603050405020304" pitchFamily="18" charset="0"/>
              </a:rPr>
              <a:t> uses a protocol known as HTTP (Hypertext Transfer Protocol) to communicate with the client. It can also use SQL to communicate with the database server.</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In a web-based system, it’s common for the client to use a web browser to communicate with a web server that’s running somewhere on the internet.</a:t>
            </a:r>
          </a:p>
        </p:txBody>
      </p:sp>
      <p:sp>
        <p:nvSpPr>
          <p:cNvPr id="5" name="Footer Placeholder 4">
            <a:extLst>
              <a:ext uri="{FF2B5EF4-FFF2-40B4-BE49-F238E27FC236}">
                <a16:creationId xmlns:a16="http://schemas.microsoft.com/office/drawing/2014/main" id="{C21C3A6E-FDEA-D8A9-F9E6-46C949FF8D52}"/>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4C889D5F-20CD-98A9-1E1D-03A63531953D}"/>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8A021E24-4537-95C5-7409-187626543A99}"/>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7</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399931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9D1CE3-B19B-0A41-9142-D5E368462AF5}"/>
              </a:ext>
            </a:extLst>
          </p:cNvPr>
          <p:cNvSpPr>
            <a:spLocks noGrp="1"/>
          </p:cNvSpPr>
          <p:nvPr>
            <p:ph type="title"/>
          </p:nvPr>
        </p:nvSpPr>
        <p:spPr/>
        <p:txBody>
          <a:bodyPr/>
          <a:lstStyle/>
          <a:p>
            <a:r>
              <a:rPr lang="en-US" dirty="0"/>
              <a:t>The Vendors table</a:t>
            </a:r>
          </a:p>
        </p:txBody>
      </p:sp>
      <p:sp>
        <p:nvSpPr>
          <p:cNvPr id="5" name="Footer Placeholder 4">
            <a:extLst>
              <a:ext uri="{FF2B5EF4-FFF2-40B4-BE49-F238E27FC236}">
                <a16:creationId xmlns:a16="http://schemas.microsoft.com/office/drawing/2014/main" id="{896923F0-28C7-B385-5289-7814C3762814}"/>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0DD424F4-46D9-D3F0-7639-277EFFACA271}"/>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EF4369A8-E1B9-32F6-4576-915DCA3B78FB}"/>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8</a:t>
            </a:fld>
            <a:endParaRPr lang="en-US" sz="900" dirty="0">
              <a:solidFill>
                <a:schemeClr val="bg1"/>
              </a:solidFill>
              <a:latin typeface="Arial Narrow" pitchFamily="34" charset="0"/>
            </a:endParaRPr>
          </a:p>
        </p:txBody>
      </p:sp>
      <p:pic>
        <p:nvPicPr>
          <p:cNvPr id="10" name="Content Placeholder 9" descr="Title describes slide">
            <a:extLst>
              <a:ext uri="{FF2B5EF4-FFF2-40B4-BE49-F238E27FC236}">
                <a16:creationId xmlns:a16="http://schemas.microsoft.com/office/drawing/2014/main" id="{56F0A666-FE9C-8955-4DA0-88BD0E304FCF}"/>
              </a:ext>
            </a:extLst>
          </p:cNvPr>
          <p:cNvPicPr>
            <a:picLocks noGrp="1" noChangeAspect="1"/>
          </p:cNvPicPr>
          <p:nvPr>
            <p:ph sz="quarter" idx="13"/>
          </p:nvPr>
        </p:nvPicPr>
        <p:blipFill rotWithShape="1">
          <a:blip r:embed="rId2"/>
          <a:srcRect l="1823"/>
          <a:stretch/>
        </p:blipFill>
        <p:spPr bwMode="auto">
          <a:xfrm>
            <a:off x="914400" y="1143000"/>
            <a:ext cx="7315200" cy="39551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27686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9D1CE3-B19B-0A41-9142-D5E368462AF5}"/>
              </a:ext>
            </a:extLst>
          </p:cNvPr>
          <p:cNvSpPr>
            <a:spLocks noGrp="1"/>
          </p:cNvSpPr>
          <p:nvPr>
            <p:ph type="title"/>
          </p:nvPr>
        </p:nvSpPr>
        <p:spPr>
          <a:xfrm>
            <a:off x="990600" y="621268"/>
            <a:ext cx="6248400" cy="369332"/>
          </a:xfrm>
        </p:spPr>
        <p:txBody>
          <a:bodyPr/>
          <a:lstStyle/>
          <a:p>
            <a:r>
              <a:rPr lang="en-US" dirty="0"/>
              <a:t>The relationship between two tables</a:t>
            </a:r>
          </a:p>
        </p:txBody>
      </p:sp>
      <p:pic>
        <p:nvPicPr>
          <p:cNvPr id="4" name="Content Placeholder 3" descr="Title describes slide">
            <a:extLst>
              <a:ext uri="{FF2B5EF4-FFF2-40B4-BE49-F238E27FC236}">
                <a16:creationId xmlns:a16="http://schemas.microsoft.com/office/drawing/2014/main" id="{10EC4A9C-E0B3-C48A-5C41-543770071F87}"/>
              </a:ext>
            </a:extLst>
          </p:cNvPr>
          <p:cNvPicPr>
            <a:picLocks noGrp="1" noChangeAspect="1"/>
          </p:cNvPicPr>
          <p:nvPr>
            <p:ph sz="quarter" idx="13"/>
          </p:nvPr>
        </p:nvPicPr>
        <p:blipFill rotWithShape="1">
          <a:blip r:embed="rId2"/>
          <a:srcRect l="2924" t="1070"/>
          <a:stretch/>
        </p:blipFill>
        <p:spPr bwMode="auto">
          <a:xfrm>
            <a:off x="1143000" y="1143000"/>
            <a:ext cx="5410200" cy="4711341"/>
          </a:xfrm>
          <a:prstGeom prst="rect">
            <a:avLst/>
          </a:prstGeom>
          <a:ln>
            <a:noFill/>
          </a:ln>
          <a:extLst>
            <a:ext uri="{53640926-AAD7-44D8-BBD7-CCE9431645EC}">
              <a14:shadowObscured xmlns:a14="http://schemas.microsoft.com/office/drawing/2010/main"/>
            </a:ext>
          </a:extLst>
        </p:spPr>
      </p:pic>
      <p:sp>
        <p:nvSpPr>
          <p:cNvPr id="5" name="Footer Placeholder 4">
            <a:extLst>
              <a:ext uri="{FF2B5EF4-FFF2-40B4-BE49-F238E27FC236}">
                <a16:creationId xmlns:a16="http://schemas.microsoft.com/office/drawing/2014/main" id="{896923F0-28C7-B385-5289-7814C3762814}"/>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0DD424F4-46D9-D3F0-7639-277EFFACA271}"/>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EF4369A8-E1B9-32F6-4576-915DCA3B78FB}"/>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9</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605156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F040C5-4787-DC3F-3B7C-C990375BAFB2}"/>
              </a:ext>
            </a:extLst>
          </p:cNvPr>
          <p:cNvSpPr>
            <a:spLocks noGrp="1"/>
          </p:cNvSpPr>
          <p:nvPr>
            <p:ph type="title"/>
          </p:nvPr>
        </p:nvSpPr>
        <p:spPr/>
        <p:txBody>
          <a:bodyPr/>
          <a:lstStyle/>
          <a:p>
            <a:r>
              <a:rPr lang="en-US" dirty="0"/>
              <a:t>Three types of database table relationships</a:t>
            </a:r>
          </a:p>
        </p:txBody>
      </p:sp>
      <p:sp>
        <p:nvSpPr>
          <p:cNvPr id="8" name="Text Placeholder 7">
            <a:extLst>
              <a:ext uri="{FF2B5EF4-FFF2-40B4-BE49-F238E27FC236}">
                <a16:creationId xmlns:a16="http://schemas.microsoft.com/office/drawing/2014/main" id="{8D6432C9-62B8-C462-9E60-211D4BDE46DD}"/>
              </a:ext>
            </a:extLst>
          </p:cNvPr>
          <p:cNvSpPr>
            <a:spLocks noGrp="1"/>
          </p:cNvSpPr>
          <p:nvPr>
            <p:ph type="body" sz="quarter" idx="13"/>
          </p:nvPr>
        </p:nvSpPr>
        <p:spPr/>
        <p:txBody>
          <a:bodyPr/>
          <a:lstStyle/>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One-to-many relationship</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One-to-one relationship</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Many-to-many relationship</a:t>
            </a:r>
          </a:p>
          <a:p>
            <a:endParaRPr lang="en-US" dirty="0"/>
          </a:p>
        </p:txBody>
      </p:sp>
      <p:sp>
        <p:nvSpPr>
          <p:cNvPr id="4" name="Footer Placeholder 3">
            <a:extLst>
              <a:ext uri="{FF2B5EF4-FFF2-40B4-BE49-F238E27FC236}">
                <a16:creationId xmlns:a16="http://schemas.microsoft.com/office/drawing/2014/main" id="{B7B22BDC-259E-E3D4-DBAF-CE0F8AAA4250}"/>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4893F948-064A-C5A2-12FE-E5EC64D5D991}"/>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530C80D5-5FB4-B4A5-425C-83D9F0A6F77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10</a:t>
            </a:fld>
            <a:endParaRPr lang="en-US" dirty="0">
              <a:solidFill>
                <a:schemeClr val="bg1"/>
              </a:solidFill>
            </a:endParaRPr>
          </a:p>
        </p:txBody>
      </p:sp>
    </p:spTree>
    <p:extLst>
      <p:ext uri="{BB962C8B-B14F-4D97-AF65-F5344CB8AC3E}">
        <p14:creationId xmlns:p14="http://schemas.microsoft.com/office/powerpoint/2010/main" val="2122237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ADD4-9E13-9A28-AE86-1B38C7E258D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48C6F39-5E56-3854-5F30-7FFDFE7D1336}"/>
              </a:ext>
            </a:extLst>
          </p:cNvPr>
          <p:cNvSpPr>
            <a:spLocks noGrp="1"/>
          </p:cNvSpPr>
          <p:nvPr>
            <p:ph type="title"/>
          </p:nvPr>
        </p:nvSpPr>
        <p:spPr>
          <a:xfrm>
            <a:off x="914400" y="624989"/>
            <a:ext cx="7315200" cy="369332"/>
          </a:xfrm>
        </p:spPr>
        <p:txBody>
          <a:bodyPr wrap="square" anchor="ctr">
            <a:normAutofit/>
          </a:bodyPr>
          <a:lstStyle/>
          <a:p>
            <a:pPr>
              <a:lnSpc>
                <a:spcPct val="90000"/>
              </a:lnSpc>
            </a:pPr>
            <a:r>
              <a:rPr lang="en-US" sz="1500"/>
              <a:t>One-to-one Relationship: Each employee with exactly one company car</a:t>
            </a:r>
          </a:p>
        </p:txBody>
      </p:sp>
      <p:pic>
        <p:nvPicPr>
          <p:cNvPr id="16" name="Picture 15" descr="A screenshot showing two tables labeled Employee and CompanyCar, illustrating a one-to-one relationship between employees and company cars. Employee table lists two employees, Alice and Bob, with IDs 1 and 2, while CompanyCar table assigns Tesla X to Alice and BMW 5 to Bob, with an explanation confirming each employee has exactly one car and each car belongs to one employee.">
            <a:extLst>
              <a:ext uri="{FF2B5EF4-FFF2-40B4-BE49-F238E27FC236}">
                <a16:creationId xmlns:a16="http://schemas.microsoft.com/office/drawing/2014/main" id="{8388138A-FE02-1238-76FC-B9C066A9D312}"/>
              </a:ext>
            </a:extLst>
          </p:cNvPr>
          <p:cNvPicPr>
            <a:picLocks noChangeAspect="1"/>
          </p:cNvPicPr>
          <p:nvPr/>
        </p:nvPicPr>
        <p:blipFill>
          <a:blip r:embed="rId2"/>
          <a:stretch>
            <a:fillRect/>
          </a:stretch>
        </p:blipFill>
        <p:spPr>
          <a:xfrm>
            <a:off x="1272619" y="1143000"/>
            <a:ext cx="6598762" cy="4800600"/>
          </a:xfrm>
          <a:prstGeom prst="rect">
            <a:avLst/>
          </a:prstGeom>
          <a:noFill/>
        </p:spPr>
      </p:pic>
      <p:sp>
        <p:nvSpPr>
          <p:cNvPr id="37" name="Footer Placeholder 3">
            <a:extLst>
              <a:ext uri="{FF2B5EF4-FFF2-40B4-BE49-F238E27FC236}">
                <a16:creationId xmlns:a16="http://schemas.microsoft.com/office/drawing/2014/main" id="{47CF8C53-5456-C496-390C-991CC5D7C7D4}"/>
              </a:ext>
            </a:extLst>
          </p:cNvPr>
          <p:cNvSpPr>
            <a:spLocks noGrp="1"/>
          </p:cNvSpPr>
          <p:nvPr>
            <p:ph type="ftr" sz="quarter" idx="11"/>
          </p:nvPr>
        </p:nvSpPr>
        <p:spPr>
          <a:xfrm>
            <a:off x="76200" y="6248400"/>
            <a:ext cx="2743200" cy="457200"/>
          </a:xfrm>
        </p:spPr>
        <p:txBody>
          <a:bodyPr/>
          <a:lstStyle/>
          <a:p>
            <a:pPr>
              <a:defRPr/>
            </a:pPr>
            <a:endParaRPr lang="en-US"/>
          </a:p>
        </p:txBody>
      </p:sp>
      <p:sp>
        <p:nvSpPr>
          <p:cNvPr id="5" name="Date Placeholder 4">
            <a:extLst>
              <a:ext uri="{FF2B5EF4-FFF2-40B4-BE49-F238E27FC236}">
                <a16:creationId xmlns:a16="http://schemas.microsoft.com/office/drawing/2014/main" id="{5BF3637F-183A-5536-A982-FFF6FE9A9746}"/>
              </a:ext>
            </a:extLst>
          </p:cNvPr>
          <p:cNvSpPr>
            <a:spLocks noGrp="1"/>
          </p:cNvSpPr>
          <p:nvPr>
            <p:ph type="dt" sz="half" idx="10"/>
          </p:nvPr>
        </p:nvSpPr>
        <p:spPr>
          <a:xfrm>
            <a:off x="2743200" y="6248400"/>
            <a:ext cx="3657600" cy="457200"/>
          </a:xfrm>
        </p:spPr>
        <p:txBody>
          <a:bodyPr anchor="b">
            <a:normAutofit/>
          </a:bodyPr>
          <a:lstStyle/>
          <a:p>
            <a:pPr>
              <a:spcAft>
                <a:spcPts val="600"/>
              </a:spcAft>
              <a:defRPr/>
            </a:pPr>
            <a:r>
              <a:rPr lang="en-US"/>
              <a:t>Murach’s SQL Server 2022</a:t>
            </a:r>
          </a:p>
        </p:txBody>
      </p:sp>
      <p:sp>
        <p:nvSpPr>
          <p:cNvPr id="6" name="Slide Number Placeholder 5">
            <a:extLst>
              <a:ext uri="{FF2B5EF4-FFF2-40B4-BE49-F238E27FC236}">
                <a16:creationId xmlns:a16="http://schemas.microsoft.com/office/drawing/2014/main" id="{08EFD94A-4C9A-0588-5BA9-81FD3DD4D7F9}"/>
              </a:ext>
            </a:extLst>
          </p:cNvPr>
          <p:cNvSpPr>
            <a:spLocks noGrp="1"/>
          </p:cNvSpPr>
          <p:nvPr>
            <p:ph type="sldNum" sz="quarter" idx="12"/>
          </p:nvPr>
        </p:nvSpPr>
        <p:spPr>
          <a:xfrm>
            <a:off x="6629400" y="6248400"/>
            <a:ext cx="1905000" cy="457200"/>
          </a:xfrm>
        </p:spPr>
        <p:txBody>
          <a:bodyPr wrap="square" anchor="b">
            <a:normAutofit/>
          </a:bodyPr>
          <a:lstStyle/>
          <a:p>
            <a:pPr algn="l">
              <a:lnSpc>
                <a:spcPct val="90000"/>
              </a:lnSpc>
              <a:spcAft>
                <a:spcPts val="600"/>
              </a:spcAft>
              <a:defRPr/>
            </a:pPr>
            <a:endParaRPr lang="en-US" sz="1000"/>
          </a:p>
          <a:p>
            <a:pPr algn="l">
              <a:lnSpc>
                <a:spcPct val="90000"/>
              </a:lnSpc>
              <a:spcAft>
                <a:spcPts val="600"/>
              </a:spcAft>
              <a:defRPr/>
            </a:pPr>
            <a:r>
              <a:rPr lang="en-US" sz="1000"/>
              <a:t>C1, Slide </a:t>
            </a:r>
            <a:fld id="{BF5C1183-B085-4070-A402-C03A3F977D3D}" type="slidenum">
              <a:rPr lang="en-US" sz="1000" smtClean="0"/>
              <a:pPr algn="l">
                <a:lnSpc>
                  <a:spcPct val="90000"/>
                </a:lnSpc>
                <a:spcAft>
                  <a:spcPts val="600"/>
                </a:spcAft>
                <a:defRPr/>
              </a:pPr>
              <a:t>11</a:t>
            </a:fld>
            <a:endParaRPr lang="en-US" sz="1000"/>
          </a:p>
        </p:txBody>
      </p:sp>
    </p:spTree>
    <p:extLst>
      <p:ext uri="{BB962C8B-B14F-4D97-AF65-F5344CB8AC3E}">
        <p14:creationId xmlns:p14="http://schemas.microsoft.com/office/powerpoint/2010/main" val="637523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D0B61-D724-9A7C-AE84-94639119903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ADBF857-A13E-6165-AE29-1EDA84D5F7C0}"/>
              </a:ext>
            </a:extLst>
          </p:cNvPr>
          <p:cNvSpPr>
            <a:spLocks noGrp="1"/>
          </p:cNvSpPr>
          <p:nvPr>
            <p:ph type="title"/>
          </p:nvPr>
        </p:nvSpPr>
        <p:spPr>
          <a:xfrm>
            <a:off x="914400" y="624989"/>
            <a:ext cx="7315200" cy="369332"/>
          </a:xfrm>
        </p:spPr>
        <p:txBody>
          <a:bodyPr wrap="square" anchor="ctr">
            <a:normAutofit/>
          </a:bodyPr>
          <a:lstStyle/>
          <a:p>
            <a:pPr>
              <a:lnSpc>
                <a:spcPct val="90000"/>
              </a:lnSpc>
            </a:pPr>
            <a:r>
              <a:rPr lang="en-US" sz="1700"/>
              <a:t>One-to-many Relationship: One manager assigned to many employees</a:t>
            </a:r>
          </a:p>
        </p:txBody>
      </p:sp>
      <p:pic>
        <p:nvPicPr>
          <p:cNvPr id="8" name="Picture 7" descr="A screenshot of two tables labeled Manager and Employee showing relationships between managers and employees. Manager table lists Sarah and John with IDs 1 and 2, while Employee table lists Alice, Bob, and Charlie with corresponding ManagerIDs linking Bob and Charlie to John and Alice to Sarah.&#10;">
            <a:extLst>
              <a:ext uri="{FF2B5EF4-FFF2-40B4-BE49-F238E27FC236}">
                <a16:creationId xmlns:a16="http://schemas.microsoft.com/office/drawing/2014/main" id="{319CA60F-6006-9119-085D-12451031E905}"/>
              </a:ext>
            </a:extLst>
          </p:cNvPr>
          <p:cNvPicPr>
            <a:picLocks noChangeAspect="1"/>
          </p:cNvPicPr>
          <p:nvPr/>
        </p:nvPicPr>
        <p:blipFill>
          <a:blip r:embed="rId2"/>
          <a:stretch>
            <a:fillRect/>
          </a:stretch>
        </p:blipFill>
        <p:spPr>
          <a:xfrm>
            <a:off x="1474838" y="1143000"/>
            <a:ext cx="6194323" cy="4800600"/>
          </a:xfrm>
          <a:prstGeom prst="rect">
            <a:avLst/>
          </a:prstGeom>
          <a:noFill/>
        </p:spPr>
      </p:pic>
      <p:sp>
        <p:nvSpPr>
          <p:cNvPr id="52" name="Footer Placeholder 3">
            <a:extLst>
              <a:ext uri="{FF2B5EF4-FFF2-40B4-BE49-F238E27FC236}">
                <a16:creationId xmlns:a16="http://schemas.microsoft.com/office/drawing/2014/main" id="{B1BCB798-9591-CE83-7681-660500EB8DD0}"/>
              </a:ext>
            </a:extLst>
          </p:cNvPr>
          <p:cNvSpPr>
            <a:spLocks noGrp="1"/>
          </p:cNvSpPr>
          <p:nvPr>
            <p:ph type="ftr" sz="quarter" idx="11"/>
          </p:nvPr>
        </p:nvSpPr>
        <p:spPr>
          <a:xfrm>
            <a:off x="76200" y="6248400"/>
            <a:ext cx="2743200" cy="457200"/>
          </a:xfrm>
        </p:spPr>
        <p:txBody>
          <a:bodyPr/>
          <a:lstStyle/>
          <a:p>
            <a:pPr>
              <a:defRPr/>
            </a:pPr>
            <a:endParaRPr lang="en-US"/>
          </a:p>
        </p:txBody>
      </p:sp>
      <p:sp>
        <p:nvSpPr>
          <p:cNvPr id="5" name="Date Placeholder 4">
            <a:extLst>
              <a:ext uri="{FF2B5EF4-FFF2-40B4-BE49-F238E27FC236}">
                <a16:creationId xmlns:a16="http://schemas.microsoft.com/office/drawing/2014/main" id="{40E39BA8-CB1D-DC22-879F-89E943C8951E}"/>
              </a:ext>
            </a:extLst>
          </p:cNvPr>
          <p:cNvSpPr>
            <a:spLocks noGrp="1"/>
          </p:cNvSpPr>
          <p:nvPr>
            <p:ph type="dt" sz="half" idx="10"/>
          </p:nvPr>
        </p:nvSpPr>
        <p:spPr>
          <a:xfrm>
            <a:off x="2743200" y="6248400"/>
            <a:ext cx="3657600" cy="457200"/>
          </a:xfrm>
        </p:spPr>
        <p:txBody>
          <a:bodyPr anchor="b">
            <a:normAutofit/>
          </a:bodyPr>
          <a:lstStyle/>
          <a:p>
            <a:pPr>
              <a:spcAft>
                <a:spcPts val="600"/>
              </a:spcAft>
              <a:defRPr/>
            </a:pPr>
            <a:r>
              <a:rPr lang="en-US"/>
              <a:t>Murach’s SQL Server 2022</a:t>
            </a:r>
          </a:p>
        </p:txBody>
      </p:sp>
      <p:sp>
        <p:nvSpPr>
          <p:cNvPr id="6" name="Slide Number Placeholder 5">
            <a:extLst>
              <a:ext uri="{FF2B5EF4-FFF2-40B4-BE49-F238E27FC236}">
                <a16:creationId xmlns:a16="http://schemas.microsoft.com/office/drawing/2014/main" id="{5A2DF667-7043-D109-B93E-E720A4F2A77C}"/>
              </a:ext>
            </a:extLst>
          </p:cNvPr>
          <p:cNvSpPr>
            <a:spLocks noGrp="1"/>
          </p:cNvSpPr>
          <p:nvPr>
            <p:ph type="sldNum" sz="quarter" idx="12"/>
          </p:nvPr>
        </p:nvSpPr>
        <p:spPr>
          <a:xfrm>
            <a:off x="6629400" y="6248400"/>
            <a:ext cx="1905000" cy="457200"/>
          </a:xfrm>
        </p:spPr>
        <p:txBody>
          <a:bodyPr wrap="square" anchor="b">
            <a:normAutofit/>
          </a:bodyPr>
          <a:lstStyle/>
          <a:p>
            <a:pPr algn="l">
              <a:lnSpc>
                <a:spcPct val="90000"/>
              </a:lnSpc>
              <a:spcAft>
                <a:spcPts val="600"/>
              </a:spcAft>
              <a:defRPr/>
            </a:pPr>
            <a:endParaRPr lang="en-US" sz="1000"/>
          </a:p>
          <a:p>
            <a:pPr algn="l">
              <a:lnSpc>
                <a:spcPct val="90000"/>
              </a:lnSpc>
              <a:spcAft>
                <a:spcPts val="600"/>
              </a:spcAft>
              <a:defRPr/>
            </a:pPr>
            <a:r>
              <a:rPr lang="en-US" sz="1000"/>
              <a:t>C1, Slide </a:t>
            </a:r>
            <a:fld id="{BF5C1183-B085-4070-A402-C03A3F977D3D}" type="slidenum">
              <a:rPr lang="en-US" sz="1000" smtClean="0"/>
              <a:pPr algn="l">
                <a:lnSpc>
                  <a:spcPct val="90000"/>
                </a:lnSpc>
                <a:spcAft>
                  <a:spcPts val="600"/>
                </a:spcAft>
                <a:defRPr/>
              </a:pPr>
              <a:t>12</a:t>
            </a:fld>
            <a:endParaRPr lang="en-US" sz="1000"/>
          </a:p>
        </p:txBody>
      </p:sp>
    </p:spTree>
    <p:extLst>
      <p:ext uri="{BB962C8B-B14F-4D97-AF65-F5344CB8AC3E}">
        <p14:creationId xmlns:p14="http://schemas.microsoft.com/office/powerpoint/2010/main" val="3416608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396DD-FBDB-BF60-A379-856D2E860F4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0BEB76B-87FD-FDA9-FA6C-4B20C0B17DC3}"/>
              </a:ext>
            </a:extLst>
          </p:cNvPr>
          <p:cNvSpPr>
            <a:spLocks noGrp="1"/>
          </p:cNvSpPr>
          <p:nvPr>
            <p:ph type="title"/>
          </p:nvPr>
        </p:nvSpPr>
        <p:spPr>
          <a:xfrm>
            <a:off x="914400" y="624989"/>
            <a:ext cx="7315200" cy="740664"/>
          </a:xfrm>
        </p:spPr>
        <p:txBody>
          <a:bodyPr wrap="square" anchor="ctr">
            <a:normAutofit/>
          </a:bodyPr>
          <a:lstStyle/>
          <a:p>
            <a:pPr>
              <a:lnSpc>
                <a:spcPct val="90000"/>
              </a:lnSpc>
            </a:pPr>
            <a:r>
              <a:rPr lang="en-US" sz="2000" dirty="0"/>
              <a:t>Many-to-many Relationship: Employees work on multiple projects, and each project has multiple employees</a:t>
            </a:r>
          </a:p>
        </p:txBody>
      </p:sp>
      <p:pic>
        <p:nvPicPr>
          <p:cNvPr id="3" name="Picture 2" descr="A screenshot of three database tables illustrating a many-to-many relationship between employees and projects. Tables include Employee with IDs and names, Project with IDs and names, and EmployeeProject junction table linking Employee IDs to Project IDs, showing Alice works on Alpha and Beta, and Bob works on Alpha.&#10;">
            <a:extLst>
              <a:ext uri="{FF2B5EF4-FFF2-40B4-BE49-F238E27FC236}">
                <a16:creationId xmlns:a16="http://schemas.microsoft.com/office/drawing/2014/main" id="{A7113BBC-5C04-7B39-A142-274927DCE2FD}"/>
              </a:ext>
            </a:extLst>
          </p:cNvPr>
          <p:cNvPicPr>
            <a:picLocks noChangeAspect="1"/>
          </p:cNvPicPr>
          <p:nvPr/>
        </p:nvPicPr>
        <p:blipFill>
          <a:blip r:embed="rId2"/>
          <a:stretch>
            <a:fillRect/>
          </a:stretch>
        </p:blipFill>
        <p:spPr>
          <a:xfrm>
            <a:off x="2887028" y="1524000"/>
            <a:ext cx="3369944" cy="4419600"/>
          </a:xfrm>
          <a:prstGeom prst="rect">
            <a:avLst/>
          </a:prstGeom>
          <a:noFill/>
        </p:spPr>
      </p:pic>
      <p:sp>
        <p:nvSpPr>
          <p:cNvPr id="37" name="Footer Placeholder 3">
            <a:extLst>
              <a:ext uri="{FF2B5EF4-FFF2-40B4-BE49-F238E27FC236}">
                <a16:creationId xmlns:a16="http://schemas.microsoft.com/office/drawing/2014/main" id="{FA5FB76E-AB3F-DE20-8411-4065903A91B7}"/>
              </a:ext>
            </a:extLst>
          </p:cNvPr>
          <p:cNvSpPr>
            <a:spLocks noGrp="1"/>
          </p:cNvSpPr>
          <p:nvPr>
            <p:ph type="ftr" sz="quarter" idx="11"/>
          </p:nvPr>
        </p:nvSpPr>
        <p:spPr>
          <a:xfrm>
            <a:off x="76200" y="6248400"/>
            <a:ext cx="2743200" cy="457200"/>
          </a:xfrm>
        </p:spPr>
        <p:txBody>
          <a:bodyPr/>
          <a:lstStyle/>
          <a:p>
            <a:pPr>
              <a:defRPr/>
            </a:pPr>
            <a:endParaRPr lang="en-US"/>
          </a:p>
        </p:txBody>
      </p:sp>
      <p:sp>
        <p:nvSpPr>
          <p:cNvPr id="5" name="Date Placeholder 4">
            <a:extLst>
              <a:ext uri="{FF2B5EF4-FFF2-40B4-BE49-F238E27FC236}">
                <a16:creationId xmlns:a16="http://schemas.microsoft.com/office/drawing/2014/main" id="{9EBBA29B-7EF8-E757-A889-4ED7431D47CE}"/>
              </a:ext>
            </a:extLst>
          </p:cNvPr>
          <p:cNvSpPr>
            <a:spLocks noGrp="1"/>
          </p:cNvSpPr>
          <p:nvPr>
            <p:ph type="dt" sz="half" idx="10"/>
          </p:nvPr>
        </p:nvSpPr>
        <p:spPr>
          <a:xfrm>
            <a:off x="2743200" y="6248400"/>
            <a:ext cx="3657600" cy="457200"/>
          </a:xfrm>
        </p:spPr>
        <p:txBody>
          <a:bodyPr anchor="b">
            <a:normAutofit/>
          </a:bodyPr>
          <a:lstStyle/>
          <a:p>
            <a:pPr>
              <a:spcAft>
                <a:spcPts val="600"/>
              </a:spcAft>
              <a:defRPr/>
            </a:pPr>
            <a:r>
              <a:rPr lang="en-US"/>
              <a:t>Murach’s SQL Server 2022</a:t>
            </a:r>
          </a:p>
        </p:txBody>
      </p:sp>
      <p:sp>
        <p:nvSpPr>
          <p:cNvPr id="6" name="Slide Number Placeholder 5">
            <a:extLst>
              <a:ext uri="{FF2B5EF4-FFF2-40B4-BE49-F238E27FC236}">
                <a16:creationId xmlns:a16="http://schemas.microsoft.com/office/drawing/2014/main" id="{D16974CD-BBB4-6FD1-F330-6396DB8520BC}"/>
              </a:ext>
            </a:extLst>
          </p:cNvPr>
          <p:cNvSpPr>
            <a:spLocks noGrp="1"/>
          </p:cNvSpPr>
          <p:nvPr>
            <p:ph type="sldNum" sz="quarter" idx="12"/>
          </p:nvPr>
        </p:nvSpPr>
        <p:spPr>
          <a:xfrm>
            <a:off x="6629400" y="6248400"/>
            <a:ext cx="1905000" cy="457200"/>
          </a:xfrm>
        </p:spPr>
        <p:txBody>
          <a:bodyPr wrap="square" anchor="b">
            <a:normAutofit/>
          </a:bodyPr>
          <a:lstStyle/>
          <a:p>
            <a:pPr algn="l">
              <a:lnSpc>
                <a:spcPct val="90000"/>
              </a:lnSpc>
              <a:spcAft>
                <a:spcPts val="600"/>
              </a:spcAft>
              <a:defRPr/>
            </a:pPr>
            <a:endParaRPr lang="en-US" sz="1000"/>
          </a:p>
          <a:p>
            <a:pPr algn="l">
              <a:lnSpc>
                <a:spcPct val="90000"/>
              </a:lnSpc>
              <a:spcAft>
                <a:spcPts val="600"/>
              </a:spcAft>
              <a:defRPr/>
            </a:pPr>
            <a:r>
              <a:rPr lang="en-US" sz="1000"/>
              <a:t>C1, Slide </a:t>
            </a:r>
            <a:fld id="{BF5C1183-B085-4070-A402-C03A3F977D3D}" type="slidenum">
              <a:rPr lang="en-US" sz="1000" smtClean="0"/>
              <a:pPr algn="l">
                <a:lnSpc>
                  <a:spcPct val="90000"/>
                </a:lnSpc>
                <a:spcAft>
                  <a:spcPts val="600"/>
                </a:spcAft>
                <a:defRPr/>
              </a:pPr>
              <a:t>13</a:t>
            </a:fld>
            <a:endParaRPr lang="en-US" sz="1000"/>
          </a:p>
        </p:txBody>
      </p:sp>
    </p:spTree>
    <p:extLst>
      <p:ext uri="{BB962C8B-B14F-4D97-AF65-F5344CB8AC3E}">
        <p14:creationId xmlns:p14="http://schemas.microsoft.com/office/powerpoint/2010/main" val="1501857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9D1CE3-B19B-0A41-9142-D5E368462AF5}"/>
              </a:ext>
            </a:extLst>
          </p:cNvPr>
          <p:cNvSpPr>
            <a:spLocks noGrp="1"/>
          </p:cNvSpPr>
          <p:nvPr>
            <p:ph type="title"/>
          </p:nvPr>
        </p:nvSpPr>
        <p:spPr/>
        <p:txBody>
          <a:bodyPr/>
          <a:lstStyle/>
          <a:p>
            <a:r>
              <a:rPr lang="en-US" dirty="0"/>
              <a:t>The columns of the Invoices table</a:t>
            </a:r>
          </a:p>
        </p:txBody>
      </p:sp>
      <p:sp>
        <p:nvSpPr>
          <p:cNvPr id="5" name="Footer Placeholder 4">
            <a:extLst>
              <a:ext uri="{FF2B5EF4-FFF2-40B4-BE49-F238E27FC236}">
                <a16:creationId xmlns:a16="http://schemas.microsoft.com/office/drawing/2014/main" id="{896923F0-28C7-B385-5289-7814C3762814}"/>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0DD424F4-46D9-D3F0-7639-277EFFACA271}"/>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EF4369A8-E1B9-32F6-4576-915DCA3B78FB}"/>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14</a:t>
            </a:fld>
            <a:endParaRPr lang="en-US" sz="900" dirty="0">
              <a:solidFill>
                <a:schemeClr val="bg1"/>
              </a:solidFill>
              <a:latin typeface="Arial Narrow" pitchFamily="34" charset="0"/>
            </a:endParaRPr>
          </a:p>
        </p:txBody>
      </p:sp>
      <p:pic>
        <p:nvPicPr>
          <p:cNvPr id="3" name="Content Placeholder 2" descr="Title describes slide">
            <a:extLst>
              <a:ext uri="{FF2B5EF4-FFF2-40B4-BE49-F238E27FC236}">
                <a16:creationId xmlns:a16="http://schemas.microsoft.com/office/drawing/2014/main" id="{58F4FEB8-9355-C5B8-B3D0-4446C5D649A3}"/>
              </a:ext>
            </a:extLst>
          </p:cNvPr>
          <p:cNvPicPr>
            <a:picLocks noGrp="1" noChangeAspect="1"/>
          </p:cNvPicPr>
          <p:nvPr>
            <p:ph sz="quarter" idx="13"/>
          </p:nvPr>
        </p:nvPicPr>
        <p:blipFill>
          <a:blip r:embed="rId2"/>
          <a:stretch>
            <a:fillRect/>
          </a:stretch>
        </p:blipFill>
        <p:spPr>
          <a:xfrm>
            <a:off x="1377562" y="1143000"/>
            <a:ext cx="6388876" cy="4800600"/>
          </a:xfrm>
          <a:prstGeom prst="rect">
            <a:avLst/>
          </a:prstGeom>
        </p:spPr>
      </p:pic>
    </p:spTree>
    <p:extLst>
      <p:ext uri="{BB962C8B-B14F-4D97-AF65-F5344CB8AC3E}">
        <p14:creationId xmlns:p14="http://schemas.microsoft.com/office/powerpoint/2010/main" val="3184241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F040C5-4787-DC3F-3B7C-C990375BAFB2}"/>
              </a:ext>
            </a:extLst>
          </p:cNvPr>
          <p:cNvSpPr>
            <a:spLocks noGrp="1"/>
          </p:cNvSpPr>
          <p:nvPr>
            <p:ph type="title"/>
          </p:nvPr>
        </p:nvSpPr>
        <p:spPr/>
        <p:txBody>
          <a:bodyPr/>
          <a:lstStyle/>
          <a:p>
            <a:r>
              <a:rPr lang="en-US" dirty="0"/>
              <a:t>Common SQL Server data types</a:t>
            </a:r>
          </a:p>
        </p:txBody>
      </p:sp>
      <p:sp>
        <p:nvSpPr>
          <p:cNvPr id="8" name="Text Placeholder 7">
            <a:extLst>
              <a:ext uri="{FF2B5EF4-FFF2-40B4-BE49-F238E27FC236}">
                <a16:creationId xmlns:a16="http://schemas.microsoft.com/office/drawing/2014/main" id="{8D6432C9-62B8-C462-9E60-211D4BDE46DD}"/>
              </a:ext>
            </a:extLst>
          </p:cNvPr>
          <p:cNvSpPr>
            <a:spLocks noGrp="1"/>
          </p:cNvSpPr>
          <p:nvPr>
            <p:ph type="body" sz="quarter" idx="13"/>
          </p:nvPr>
        </p:nvSpPr>
        <p:spPr/>
        <p:txBody>
          <a:bodyPr/>
          <a:lstStyle/>
          <a:p>
            <a:pPr marL="342900" marR="274320" fontAlgn="base">
              <a:spcBef>
                <a:spcPts val="0"/>
              </a:spcBef>
              <a:spcAft>
                <a:spcPts val="600"/>
              </a:spcAft>
              <a:tabLst>
                <a:tab pos="347345" algn="l"/>
              </a:tabLst>
            </a:pPr>
            <a:r>
              <a:rPr lang="en-US" sz="1800" b="1" spc="-10" dirty="0">
                <a:solidFill>
                  <a:srgbClr val="000000"/>
                </a:solidFill>
                <a:effectLst/>
                <a:latin typeface="Courier New" panose="02070309020205020404" pitchFamily="49" charset="0"/>
                <a:ea typeface="Times New Roman" panose="02020603050405020304" pitchFamily="18" charset="0"/>
              </a:rPr>
              <a:t>bit</a:t>
            </a:r>
            <a:endParaRPr lang="en-US" sz="1800" dirty="0">
              <a:effectLst/>
              <a:latin typeface="Times New Roman" panose="02020603050405020304" pitchFamily="18" charset="0"/>
              <a:ea typeface="Times New Roman" panose="02020603050405020304" pitchFamily="18" charset="0"/>
            </a:endParaRPr>
          </a:p>
          <a:p>
            <a:pPr marL="342900" marR="274320" fontAlgn="base">
              <a:spcBef>
                <a:spcPts val="0"/>
              </a:spcBef>
              <a:spcAft>
                <a:spcPts val="600"/>
              </a:spcAft>
              <a:tabLst>
                <a:tab pos="347345" algn="l"/>
              </a:tabLst>
            </a:pPr>
            <a:r>
              <a:rPr lang="en-US" sz="1800" b="1" spc="-10" dirty="0">
                <a:solidFill>
                  <a:srgbClr val="000000"/>
                </a:solidFill>
                <a:effectLst/>
                <a:latin typeface="Courier New" panose="02070309020205020404" pitchFamily="49" charset="0"/>
                <a:ea typeface="Times New Roman" panose="02020603050405020304" pitchFamily="18" charset="0"/>
              </a:rPr>
              <a:t>int, </a:t>
            </a:r>
            <a:r>
              <a:rPr lang="en-US" sz="1800" b="1" spc="-10" dirty="0" err="1">
                <a:solidFill>
                  <a:srgbClr val="000000"/>
                </a:solidFill>
                <a:effectLst/>
                <a:latin typeface="Courier New" panose="02070309020205020404" pitchFamily="49" charset="0"/>
                <a:ea typeface="Times New Roman" panose="02020603050405020304" pitchFamily="18" charset="0"/>
              </a:rPr>
              <a:t>bigint</a:t>
            </a:r>
            <a:r>
              <a:rPr lang="en-US" sz="1800" b="1" spc="-10" dirty="0">
                <a:solidFill>
                  <a:srgbClr val="000000"/>
                </a:solidFill>
                <a:effectLst/>
                <a:latin typeface="Courier New" panose="02070309020205020404" pitchFamily="49" charset="0"/>
                <a:ea typeface="Times New Roman" panose="02020603050405020304" pitchFamily="18" charset="0"/>
              </a:rPr>
              <a:t>, </a:t>
            </a:r>
            <a:r>
              <a:rPr lang="en-US" sz="1800" b="1" spc="-10" dirty="0" err="1">
                <a:solidFill>
                  <a:srgbClr val="000000"/>
                </a:solidFill>
                <a:effectLst/>
                <a:latin typeface="Courier New" panose="02070309020205020404" pitchFamily="49" charset="0"/>
                <a:ea typeface="Times New Roman" panose="02020603050405020304" pitchFamily="18" charset="0"/>
              </a:rPr>
              <a:t>smallint</a:t>
            </a:r>
            <a:r>
              <a:rPr lang="en-US" sz="1800" b="1" spc="-10" dirty="0">
                <a:solidFill>
                  <a:srgbClr val="000000"/>
                </a:solidFill>
                <a:effectLst/>
                <a:latin typeface="Courier New" panose="02070309020205020404" pitchFamily="49" charset="0"/>
                <a:ea typeface="Times New Roman" panose="02020603050405020304" pitchFamily="18" charset="0"/>
              </a:rPr>
              <a:t>, </a:t>
            </a:r>
            <a:r>
              <a:rPr lang="en-US" sz="1800" b="1" spc="-10" dirty="0" err="1">
                <a:solidFill>
                  <a:srgbClr val="000000"/>
                </a:solidFill>
                <a:effectLst/>
                <a:latin typeface="Courier New" panose="02070309020205020404" pitchFamily="49" charset="0"/>
                <a:ea typeface="Times New Roman" panose="02020603050405020304" pitchFamily="18" charset="0"/>
              </a:rPr>
              <a:t>tinyint</a:t>
            </a:r>
            <a:endParaRPr lang="en-US" sz="1800" dirty="0">
              <a:effectLst/>
              <a:latin typeface="Times New Roman" panose="02020603050405020304" pitchFamily="18" charset="0"/>
              <a:ea typeface="Times New Roman" panose="02020603050405020304" pitchFamily="18" charset="0"/>
            </a:endParaRPr>
          </a:p>
          <a:p>
            <a:pPr marL="342900" marR="274320" fontAlgn="base">
              <a:spcBef>
                <a:spcPts val="0"/>
              </a:spcBef>
              <a:spcAft>
                <a:spcPts val="600"/>
              </a:spcAft>
              <a:tabLst>
                <a:tab pos="347345" algn="l"/>
              </a:tabLst>
            </a:pPr>
            <a:r>
              <a:rPr lang="en-US" sz="1800" b="1" spc="-10" dirty="0">
                <a:solidFill>
                  <a:srgbClr val="000000"/>
                </a:solidFill>
                <a:effectLst/>
                <a:latin typeface="Courier New" panose="02070309020205020404" pitchFamily="49" charset="0"/>
                <a:ea typeface="Times New Roman" panose="02020603050405020304" pitchFamily="18" charset="0"/>
              </a:rPr>
              <a:t>money, </a:t>
            </a:r>
            <a:r>
              <a:rPr lang="en-US" sz="1800" b="1" spc="-10" dirty="0" err="1">
                <a:solidFill>
                  <a:srgbClr val="000000"/>
                </a:solidFill>
                <a:effectLst/>
                <a:latin typeface="Courier New" panose="02070309020205020404" pitchFamily="49" charset="0"/>
                <a:ea typeface="Times New Roman" panose="02020603050405020304" pitchFamily="18" charset="0"/>
              </a:rPr>
              <a:t>smallmoney</a:t>
            </a:r>
            <a:endParaRPr lang="en-US" sz="1800" dirty="0">
              <a:effectLst/>
              <a:latin typeface="Times New Roman" panose="02020603050405020304" pitchFamily="18" charset="0"/>
              <a:ea typeface="Times New Roman" panose="02020603050405020304" pitchFamily="18" charset="0"/>
            </a:endParaRPr>
          </a:p>
          <a:p>
            <a:pPr marL="342900" marR="274320" fontAlgn="base">
              <a:spcBef>
                <a:spcPts val="0"/>
              </a:spcBef>
              <a:spcAft>
                <a:spcPts val="600"/>
              </a:spcAft>
              <a:tabLst>
                <a:tab pos="347345" algn="l"/>
              </a:tabLst>
            </a:pPr>
            <a:r>
              <a:rPr lang="en-US" sz="1800" b="1" spc="-10" dirty="0">
                <a:solidFill>
                  <a:srgbClr val="000000"/>
                </a:solidFill>
                <a:effectLst/>
                <a:latin typeface="Courier New" panose="02070309020205020404" pitchFamily="49" charset="0"/>
                <a:ea typeface="Times New Roman" panose="02020603050405020304" pitchFamily="18" charset="0"/>
              </a:rPr>
              <a:t>decimal, numeric</a:t>
            </a:r>
            <a:endParaRPr lang="en-US" sz="1800" dirty="0">
              <a:effectLst/>
              <a:latin typeface="Times New Roman" panose="02020603050405020304" pitchFamily="18" charset="0"/>
              <a:ea typeface="Times New Roman" panose="02020603050405020304" pitchFamily="18" charset="0"/>
            </a:endParaRPr>
          </a:p>
          <a:p>
            <a:pPr marL="342900" marR="274320" fontAlgn="base">
              <a:spcBef>
                <a:spcPts val="0"/>
              </a:spcBef>
              <a:spcAft>
                <a:spcPts val="600"/>
              </a:spcAft>
              <a:tabLst>
                <a:tab pos="347345" algn="l"/>
              </a:tabLst>
            </a:pPr>
            <a:r>
              <a:rPr lang="en-US" sz="1800" b="1" spc="-10" dirty="0">
                <a:solidFill>
                  <a:srgbClr val="000000"/>
                </a:solidFill>
                <a:effectLst/>
                <a:latin typeface="Courier New" panose="02070309020205020404" pitchFamily="49" charset="0"/>
                <a:ea typeface="Times New Roman" panose="02020603050405020304" pitchFamily="18" charset="0"/>
              </a:rPr>
              <a:t>float, real</a:t>
            </a:r>
            <a:endParaRPr lang="en-US" sz="1800" dirty="0">
              <a:effectLst/>
              <a:latin typeface="Times New Roman" panose="02020603050405020304" pitchFamily="18" charset="0"/>
              <a:ea typeface="Times New Roman" panose="02020603050405020304" pitchFamily="18" charset="0"/>
            </a:endParaRPr>
          </a:p>
          <a:p>
            <a:pPr marL="342900" marR="274320" fontAlgn="base">
              <a:spcBef>
                <a:spcPts val="0"/>
              </a:spcBef>
              <a:spcAft>
                <a:spcPts val="600"/>
              </a:spcAft>
              <a:tabLst>
                <a:tab pos="347345" algn="l"/>
              </a:tabLst>
            </a:pPr>
            <a:r>
              <a:rPr lang="en-US" sz="1800" b="1" spc="-10" dirty="0">
                <a:solidFill>
                  <a:srgbClr val="000000"/>
                </a:solidFill>
                <a:effectLst/>
                <a:latin typeface="Courier New" panose="02070309020205020404" pitchFamily="49" charset="0"/>
                <a:ea typeface="Times New Roman" panose="02020603050405020304" pitchFamily="18" charset="0"/>
              </a:rPr>
              <a:t>date, time, datetime2</a:t>
            </a:r>
            <a:endParaRPr lang="en-US" sz="1800" dirty="0">
              <a:effectLst/>
              <a:latin typeface="Times New Roman" panose="02020603050405020304" pitchFamily="18" charset="0"/>
              <a:ea typeface="Times New Roman" panose="02020603050405020304" pitchFamily="18" charset="0"/>
            </a:endParaRPr>
          </a:p>
          <a:p>
            <a:pPr marL="342900" marR="274320" fontAlgn="base">
              <a:spcBef>
                <a:spcPts val="0"/>
              </a:spcBef>
              <a:spcAft>
                <a:spcPts val="600"/>
              </a:spcAft>
              <a:tabLst>
                <a:tab pos="347345" algn="l"/>
              </a:tabLst>
            </a:pPr>
            <a:r>
              <a:rPr lang="en-US" sz="1800" b="1" spc="-10" dirty="0">
                <a:solidFill>
                  <a:srgbClr val="000000"/>
                </a:solidFill>
                <a:effectLst/>
                <a:latin typeface="Courier New" panose="02070309020205020404" pitchFamily="49" charset="0"/>
                <a:ea typeface="Times New Roman" panose="02020603050405020304" pitchFamily="18" charset="0"/>
              </a:rPr>
              <a:t>char, varchar</a:t>
            </a:r>
            <a:endParaRPr lang="en-US" sz="1800" dirty="0">
              <a:effectLst/>
              <a:latin typeface="Times New Roman" panose="02020603050405020304" pitchFamily="18" charset="0"/>
              <a:ea typeface="Times New Roman" panose="02020603050405020304" pitchFamily="18" charset="0"/>
            </a:endParaRPr>
          </a:p>
          <a:p>
            <a:pPr marL="342900" marR="274320" fontAlgn="base">
              <a:spcBef>
                <a:spcPts val="0"/>
              </a:spcBef>
              <a:spcAft>
                <a:spcPts val="600"/>
              </a:spcAft>
              <a:tabLst>
                <a:tab pos="347345" algn="l"/>
              </a:tabLst>
            </a:pPr>
            <a:r>
              <a:rPr lang="en-US" sz="1800" b="1" spc="-10" dirty="0" err="1">
                <a:solidFill>
                  <a:srgbClr val="000000"/>
                </a:solidFill>
                <a:effectLst/>
                <a:latin typeface="Courier New" panose="02070309020205020404" pitchFamily="49" charset="0"/>
                <a:ea typeface="Times New Roman" panose="02020603050405020304" pitchFamily="18" charset="0"/>
              </a:rPr>
              <a:t>nchar</a:t>
            </a:r>
            <a:r>
              <a:rPr lang="en-US" sz="1800" b="1" spc="-10" dirty="0">
                <a:solidFill>
                  <a:srgbClr val="000000"/>
                </a:solidFill>
                <a:effectLst/>
                <a:latin typeface="Courier New" panose="02070309020205020404" pitchFamily="49" charset="0"/>
                <a:ea typeface="Times New Roman" panose="02020603050405020304" pitchFamily="18" charset="0"/>
              </a:rPr>
              <a:t>, </a:t>
            </a:r>
            <a:r>
              <a:rPr lang="en-US" sz="1800" b="1" spc="-10" dirty="0" err="1">
                <a:solidFill>
                  <a:srgbClr val="000000"/>
                </a:solidFill>
                <a:effectLst/>
                <a:latin typeface="Courier New" panose="02070309020205020404" pitchFamily="49" charset="0"/>
                <a:ea typeface="Times New Roman" panose="02020603050405020304" pitchFamily="18" charset="0"/>
              </a:rPr>
              <a:t>nvarchar</a:t>
            </a:r>
            <a:endParaRPr lang="en-US" sz="1800" dirty="0">
              <a:effectLst/>
              <a:latin typeface="Times New Roman" panose="02020603050405020304" pitchFamily="18" charset="0"/>
              <a:ea typeface="Times New Roman" panose="02020603050405020304" pitchFamily="18" charset="0"/>
            </a:endParaRPr>
          </a:p>
        </p:txBody>
      </p:sp>
      <p:sp>
        <p:nvSpPr>
          <p:cNvPr id="4" name="Footer Placeholder 3">
            <a:extLst>
              <a:ext uri="{FF2B5EF4-FFF2-40B4-BE49-F238E27FC236}">
                <a16:creationId xmlns:a16="http://schemas.microsoft.com/office/drawing/2014/main" id="{B7B22BDC-259E-E3D4-DBAF-CE0F8AAA4250}"/>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4893F948-064A-C5A2-12FE-E5EC64D5D991}"/>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530C80D5-5FB4-B4A5-425C-83D9F0A6F77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15</a:t>
            </a:fld>
            <a:endParaRPr lang="en-US" dirty="0">
              <a:solidFill>
                <a:schemeClr val="bg1"/>
              </a:solidFill>
            </a:endParaRPr>
          </a:p>
        </p:txBody>
      </p:sp>
    </p:spTree>
    <p:extLst>
      <p:ext uri="{BB962C8B-B14F-4D97-AF65-F5344CB8AC3E}">
        <p14:creationId xmlns:p14="http://schemas.microsoft.com/office/powerpoint/2010/main" val="3800698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F040C5-4787-DC3F-3B7C-C990375BAFB2}"/>
              </a:ext>
            </a:extLst>
          </p:cNvPr>
          <p:cNvSpPr>
            <a:spLocks noGrp="1"/>
          </p:cNvSpPr>
          <p:nvPr>
            <p:ph type="title"/>
          </p:nvPr>
        </p:nvSpPr>
        <p:spPr/>
        <p:txBody>
          <a:bodyPr/>
          <a:lstStyle/>
          <a:p>
            <a:r>
              <a:rPr lang="en-US" dirty="0"/>
              <a:t>Standard SQL and dialects</a:t>
            </a:r>
          </a:p>
        </p:txBody>
      </p:sp>
      <p:sp>
        <p:nvSpPr>
          <p:cNvPr id="8" name="Text Placeholder 7">
            <a:extLst>
              <a:ext uri="{FF2B5EF4-FFF2-40B4-BE49-F238E27FC236}">
                <a16:creationId xmlns:a16="http://schemas.microsoft.com/office/drawing/2014/main" id="{8D6432C9-62B8-C462-9E60-211D4BDE46DD}"/>
              </a:ext>
            </a:extLst>
          </p:cNvPr>
          <p:cNvSpPr>
            <a:spLocks noGrp="1"/>
          </p:cNvSpPr>
          <p:nvPr>
            <p:ph type="body" sz="quarter" idx="13"/>
          </p:nvPr>
        </p:nvSpPr>
        <p:spPr/>
        <p:txBody>
          <a:bodyPr/>
          <a:lstStyle/>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Dialects in SQL</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Although SQL is a standard language, each vendor has its own SQL dialect that may include extensions to the standards.</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SQL Server’s dialect is called Transact-SQL or T-SQL for short.</a:t>
            </a: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knowing “standard SQL” helps you</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Most SQL statements are the same for all SQL dialects.</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Once you have learned one SQL dialect, you can easily learn other dialects.</a:t>
            </a: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knowing “standard SQL” does not help you</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Any non-trivial application will require modification when moved from one relational database to another.</a:t>
            </a:r>
          </a:p>
        </p:txBody>
      </p:sp>
      <p:sp>
        <p:nvSpPr>
          <p:cNvPr id="4" name="Footer Placeholder 3">
            <a:extLst>
              <a:ext uri="{FF2B5EF4-FFF2-40B4-BE49-F238E27FC236}">
                <a16:creationId xmlns:a16="http://schemas.microsoft.com/office/drawing/2014/main" id="{B7B22BDC-259E-E3D4-DBAF-CE0F8AAA4250}"/>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4893F948-064A-C5A2-12FE-E5EC64D5D991}"/>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530C80D5-5FB4-B4A5-425C-83D9F0A6F77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16</a:t>
            </a:fld>
            <a:endParaRPr lang="en-US" dirty="0">
              <a:solidFill>
                <a:schemeClr val="bg1"/>
              </a:solidFill>
            </a:endParaRPr>
          </a:p>
        </p:txBody>
      </p:sp>
    </p:spTree>
    <p:extLst>
      <p:ext uri="{BB962C8B-B14F-4D97-AF65-F5344CB8AC3E}">
        <p14:creationId xmlns:p14="http://schemas.microsoft.com/office/powerpoint/2010/main" val="1791347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F040C5-4787-DC3F-3B7C-C990375BAFB2}"/>
              </a:ext>
            </a:extLst>
          </p:cNvPr>
          <p:cNvSpPr>
            <a:spLocks noGrp="1"/>
          </p:cNvSpPr>
          <p:nvPr>
            <p:ph type="title"/>
          </p:nvPr>
        </p:nvSpPr>
        <p:spPr/>
        <p:txBody>
          <a:bodyPr/>
          <a:lstStyle/>
          <a:p>
            <a:r>
              <a:rPr lang="en-US" dirty="0"/>
              <a:t>Relational databases</a:t>
            </a:r>
          </a:p>
        </p:txBody>
      </p:sp>
      <p:sp>
        <p:nvSpPr>
          <p:cNvPr id="8" name="Text Placeholder 7">
            <a:extLst>
              <a:ext uri="{FF2B5EF4-FFF2-40B4-BE49-F238E27FC236}">
                <a16:creationId xmlns:a16="http://schemas.microsoft.com/office/drawing/2014/main" id="{8D6432C9-62B8-C462-9E60-211D4BDE46DD}"/>
              </a:ext>
            </a:extLst>
          </p:cNvPr>
          <p:cNvSpPr>
            <a:spLocks noGrp="1"/>
          </p:cNvSpPr>
          <p:nvPr>
            <p:ph type="body" sz="quarter" idx="13"/>
          </p:nvPr>
        </p:nvSpPr>
        <p:spPr/>
        <p:txBody>
          <a:bodyPr/>
          <a:lstStyle/>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First releases</a:t>
            </a:r>
          </a:p>
          <a:p>
            <a:pPr marL="0" marR="182880" fontAlgn="base">
              <a:spcBef>
                <a:spcPts val="0"/>
              </a:spcBef>
              <a:spcAft>
                <a:spcPts val="600"/>
              </a:spcAft>
              <a:tabLst>
                <a:tab pos="1828800" algn="l"/>
                <a:tab pos="3596005"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Oracle	1979	</a:t>
            </a:r>
            <a:endParaRPr lang="en-US" sz="1800" dirty="0">
              <a:effectLst/>
              <a:latin typeface="Times New Roman" panose="02020603050405020304" pitchFamily="18" charset="0"/>
              <a:ea typeface="Times New Roman" panose="02020603050405020304" pitchFamily="18" charset="0"/>
            </a:endParaRPr>
          </a:p>
          <a:p>
            <a:pPr marL="0" marR="182880" fontAlgn="base">
              <a:spcBef>
                <a:spcPts val="0"/>
              </a:spcBef>
              <a:spcAft>
                <a:spcPts val="600"/>
              </a:spcAft>
              <a:tabLst>
                <a:tab pos="18288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DB2	1985</a:t>
            </a:r>
            <a:endParaRPr lang="en-US" sz="1800" dirty="0">
              <a:effectLst/>
              <a:latin typeface="Times New Roman" panose="02020603050405020304" pitchFamily="18" charset="0"/>
              <a:ea typeface="Times New Roman" panose="02020603050405020304" pitchFamily="18" charset="0"/>
            </a:endParaRPr>
          </a:p>
          <a:p>
            <a:pPr marL="0" marR="182880" fontAlgn="base">
              <a:spcBef>
                <a:spcPts val="0"/>
              </a:spcBef>
              <a:spcAft>
                <a:spcPts val="600"/>
              </a:spcAft>
              <a:tabLst>
                <a:tab pos="18288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MySQL	2000</a:t>
            </a:r>
            <a:endParaRPr lang="en-US" sz="1800" dirty="0">
              <a:effectLst/>
              <a:latin typeface="Times New Roman" panose="02020603050405020304" pitchFamily="18" charset="0"/>
              <a:ea typeface="Times New Roman" panose="02020603050405020304" pitchFamily="18" charset="0"/>
            </a:endParaRPr>
          </a:p>
          <a:p>
            <a:pPr marL="0" marR="182880" fontAlgn="base">
              <a:spcBef>
                <a:spcPts val="0"/>
              </a:spcBef>
              <a:spcAft>
                <a:spcPts val="600"/>
              </a:spcAft>
              <a:tabLst>
                <a:tab pos="18288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SQL Server	1987</a:t>
            </a:r>
            <a:endParaRPr lang="en-US" sz="1800" dirty="0">
              <a:effectLst/>
              <a:latin typeface="Times New Roman" panose="02020603050405020304" pitchFamily="18" charset="0"/>
              <a:ea typeface="Times New Roman" panose="02020603050405020304" pitchFamily="18" charset="0"/>
            </a:endParaRP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Primary platforms</a:t>
            </a:r>
          </a:p>
          <a:p>
            <a:pPr marL="0" marR="182880" fontAlgn="base">
              <a:spcBef>
                <a:spcPts val="0"/>
              </a:spcBef>
              <a:spcAft>
                <a:spcPts val="600"/>
              </a:spcAft>
              <a:tabLst>
                <a:tab pos="1828800" algn="l"/>
              </a:tabLst>
            </a:pPr>
            <a:r>
              <a:rPr lang="es-E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Oracle	Unix/Linux; z/OS</a:t>
            </a:r>
            <a:endParaRPr lang="en-US" sz="1800" dirty="0">
              <a:effectLst/>
              <a:latin typeface="Times New Roman" panose="02020603050405020304" pitchFamily="18" charset="0"/>
              <a:ea typeface="Times New Roman" panose="02020603050405020304" pitchFamily="18" charset="0"/>
            </a:endParaRPr>
          </a:p>
          <a:p>
            <a:pPr marL="0" marR="182880" fontAlgn="base">
              <a:spcBef>
                <a:spcPts val="0"/>
              </a:spcBef>
              <a:spcAft>
                <a:spcPts val="600"/>
              </a:spcAft>
              <a:tabLst>
                <a:tab pos="1828800" algn="l"/>
              </a:tabLst>
            </a:pPr>
            <a:r>
              <a:rPr lang="es-E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DB2	OS/390 and z/OS; Unix/Linux</a:t>
            </a:r>
            <a:endParaRPr lang="en-US" sz="1800" dirty="0">
              <a:effectLst/>
              <a:latin typeface="Times New Roman" panose="02020603050405020304" pitchFamily="18" charset="0"/>
              <a:ea typeface="Times New Roman" panose="02020603050405020304" pitchFamily="18" charset="0"/>
            </a:endParaRPr>
          </a:p>
          <a:p>
            <a:pPr marL="0" marR="182880" fontAlgn="base">
              <a:spcBef>
                <a:spcPts val="0"/>
              </a:spcBef>
              <a:spcAft>
                <a:spcPts val="600"/>
              </a:spcAft>
              <a:tabLst>
                <a:tab pos="18288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MySQL	Unix/Linux; Windows; macOS</a:t>
            </a:r>
            <a:endParaRPr lang="en-US" sz="1800" dirty="0">
              <a:effectLst/>
              <a:latin typeface="Times New Roman" panose="02020603050405020304" pitchFamily="18" charset="0"/>
              <a:ea typeface="Times New Roman" panose="02020603050405020304" pitchFamily="18" charset="0"/>
            </a:endParaRPr>
          </a:p>
          <a:p>
            <a:pPr marL="0" marR="182880" fontAlgn="base">
              <a:spcBef>
                <a:spcPts val="0"/>
              </a:spcBef>
              <a:spcAft>
                <a:spcPts val="600"/>
              </a:spcAft>
              <a:tabLst>
                <a:tab pos="18288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SQL Server	Windows; Linux</a:t>
            </a:r>
            <a:endParaRPr lang="en-US" sz="1800" dirty="0">
              <a:effectLst/>
              <a:latin typeface="Times New Roman" panose="02020603050405020304" pitchFamily="18" charset="0"/>
              <a:ea typeface="Times New Roman" panose="02020603050405020304" pitchFamily="18" charset="0"/>
            </a:endParaRPr>
          </a:p>
        </p:txBody>
      </p:sp>
      <p:sp>
        <p:nvSpPr>
          <p:cNvPr id="4" name="Footer Placeholder 3">
            <a:extLst>
              <a:ext uri="{FF2B5EF4-FFF2-40B4-BE49-F238E27FC236}">
                <a16:creationId xmlns:a16="http://schemas.microsoft.com/office/drawing/2014/main" id="{B7B22BDC-259E-E3D4-DBAF-CE0F8AAA4250}"/>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4893F948-064A-C5A2-12FE-E5EC64D5D991}"/>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530C80D5-5FB4-B4A5-425C-83D9F0A6F77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17</a:t>
            </a:fld>
            <a:endParaRPr lang="en-US" dirty="0">
              <a:solidFill>
                <a:schemeClr val="bg1"/>
              </a:solidFill>
            </a:endParaRPr>
          </a:p>
        </p:txBody>
      </p:sp>
    </p:spTree>
    <p:extLst>
      <p:ext uri="{BB962C8B-B14F-4D97-AF65-F5344CB8AC3E}">
        <p14:creationId xmlns:p14="http://schemas.microsoft.com/office/powerpoint/2010/main" val="3616095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F040C5-4787-DC3F-3B7C-C990375BAFB2}"/>
              </a:ext>
            </a:extLst>
          </p:cNvPr>
          <p:cNvSpPr>
            <a:spLocks noGrp="1"/>
          </p:cNvSpPr>
          <p:nvPr>
            <p:ph type="title"/>
          </p:nvPr>
        </p:nvSpPr>
        <p:spPr/>
        <p:txBody>
          <a:bodyPr/>
          <a:lstStyle/>
          <a:p>
            <a:r>
              <a:rPr lang="en-US" dirty="0"/>
              <a:t>SQL DML statements</a:t>
            </a:r>
          </a:p>
        </p:txBody>
      </p:sp>
      <p:sp>
        <p:nvSpPr>
          <p:cNvPr id="8" name="Text Placeholder 7">
            <a:extLst>
              <a:ext uri="{FF2B5EF4-FFF2-40B4-BE49-F238E27FC236}">
                <a16:creationId xmlns:a16="http://schemas.microsoft.com/office/drawing/2014/main" id="{8D6432C9-62B8-C462-9E60-211D4BDE46DD}"/>
              </a:ext>
            </a:extLst>
          </p:cNvPr>
          <p:cNvSpPr>
            <a:spLocks noGrp="1"/>
          </p:cNvSpPr>
          <p:nvPr>
            <p:ph type="body" sz="quarter" idx="13"/>
          </p:nvPr>
        </p:nvSpPr>
        <p:spPr/>
        <p:txBody>
          <a:bodyPr/>
          <a:lstStyle/>
          <a:p>
            <a:pPr marL="342900" marR="274320" indent="0">
              <a:spcBef>
                <a:spcPts val="0"/>
              </a:spcBef>
              <a:spcAft>
                <a:spcPts val="600"/>
              </a:spcAft>
            </a:pPr>
            <a:r>
              <a:rPr lang="en-US" sz="1800" b="1" spc="-10" dirty="0">
                <a:effectLst/>
                <a:latin typeface="Courier New" panose="02070309020205020404" pitchFamily="49" charset="0"/>
                <a:ea typeface="Times New Roman" panose="02020603050405020304" pitchFamily="18" charset="0"/>
              </a:rPr>
              <a:t>SELECT</a:t>
            </a:r>
            <a:endParaRPr lang="en-US" sz="1800" spc="-10" dirty="0">
              <a:effectLst/>
              <a:latin typeface="Times New Roman" panose="02020603050405020304" pitchFamily="18" charset="0"/>
              <a:ea typeface="Times New Roman" panose="02020603050405020304" pitchFamily="18" charset="0"/>
            </a:endParaRPr>
          </a:p>
          <a:p>
            <a:pPr marL="342900" marR="274320" indent="0">
              <a:spcBef>
                <a:spcPts val="0"/>
              </a:spcBef>
              <a:spcAft>
                <a:spcPts val="600"/>
              </a:spcAft>
            </a:pPr>
            <a:r>
              <a:rPr lang="en-US" sz="1800" b="1" spc="-10" dirty="0">
                <a:effectLst/>
                <a:latin typeface="Courier New" panose="02070309020205020404" pitchFamily="49" charset="0"/>
                <a:ea typeface="Times New Roman" panose="02020603050405020304" pitchFamily="18" charset="0"/>
              </a:rPr>
              <a:t>INSERT</a:t>
            </a:r>
            <a:endParaRPr lang="en-US" sz="1800" spc="-10" dirty="0">
              <a:effectLst/>
              <a:latin typeface="Times New Roman" panose="02020603050405020304" pitchFamily="18" charset="0"/>
              <a:ea typeface="Times New Roman" panose="02020603050405020304" pitchFamily="18" charset="0"/>
            </a:endParaRPr>
          </a:p>
          <a:p>
            <a:pPr marL="342900" marR="274320" indent="0">
              <a:spcBef>
                <a:spcPts val="0"/>
              </a:spcBef>
              <a:spcAft>
                <a:spcPts val="600"/>
              </a:spcAft>
            </a:pPr>
            <a:r>
              <a:rPr lang="en-US" sz="1800" b="1" spc="-10" dirty="0">
                <a:effectLst/>
                <a:latin typeface="Courier New" panose="02070309020205020404" pitchFamily="49" charset="0"/>
                <a:ea typeface="Times New Roman" panose="02020603050405020304" pitchFamily="18" charset="0"/>
              </a:rPr>
              <a:t>UPDATE</a:t>
            </a:r>
            <a:endParaRPr lang="en-US" sz="1800" spc="-10" dirty="0">
              <a:effectLst/>
              <a:latin typeface="Times New Roman" panose="02020603050405020304" pitchFamily="18" charset="0"/>
              <a:ea typeface="Times New Roman" panose="02020603050405020304" pitchFamily="18" charset="0"/>
            </a:endParaRPr>
          </a:p>
          <a:p>
            <a:pPr marL="342900" marR="274320" indent="0">
              <a:spcBef>
                <a:spcPts val="0"/>
              </a:spcBef>
              <a:spcAft>
                <a:spcPts val="600"/>
              </a:spcAft>
            </a:pPr>
            <a:r>
              <a:rPr lang="en-US" sz="1800" b="1" spc="-10" dirty="0">
                <a:effectLst/>
                <a:latin typeface="Courier New" panose="02070309020205020404" pitchFamily="49" charset="0"/>
                <a:ea typeface="Times New Roman" panose="02020603050405020304" pitchFamily="18" charset="0"/>
              </a:rPr>
              <a:t>DELETE</a:t>
            </a:r>
            <a:endParaRPr lang="en-US" sz="1800" spc="-10" dirty="0">
              <a:effectLst/>
              <a:latin typeface="Times New Roman" panose="02020603050405020304" pitchFamily="18" charset="0"/>
              <a:ea typeface="Times New Roman" panose="02020603050405020304" pitchFamily="18" charset="0"/>
            </a:endParaRPr>
          </a:p>
        </p:txBody>
      </p:sp>
      <p:sp>
        <p:nvSpPr>
          <p:cNvPr id="4" name="Footer Placeholder 3">
            <a:extLst>
              <a:ext uri="{FF2B5EF4-FFF2-40B4-BE49-F238E27FC236}">
                <a16:creationId xmlns:a16="http://schemas.microsoft.com/office/drawing/2014/main" id="{B7B22BDC-259E-E3D4-DBAF-CE0F8AAA4250}"/>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4893F948-064A-C5A2-12FE-E5EC64D5D991}"/>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530C80D5-5FB4-B4A5-425C-83D9F0A6F77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18</a:t>
            </a:fld>
            <a:endParaRPr lang="en-US" dirty="0">
              <a:solidFill>
                <a:schemeClr val="bg1"/>
              </a:solidFill>
            </a:endParaRPr>
          </a:p>
        </p:txBody>
      </p:sp>
    </p:spTree>
    <p:extLst>
      <p:ext uri="{BB962C8B-B14F-4D97-AF65-F5344CB8AC3E}">
        <p14:creationId xmlns:p14="http://schemas.microsoft.com/office/powerpoint/2010/main" val="642023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F040C5-4787-DC3F-3B7C-C990375BAFB2}"/>
              </a:ext>
            </a:extLst>
          </p:cNvPr>
          <p:cNvSpPr>
            <a:spLocks noGrp="1"/>
          </p:cNvSpPr>
          <p:nvPr>
            <p:ph type="title"/>
          </p:nvPr>
        </p:nvSpPr>
        <p:spPr/>
        <p:txBody>
          <a:bodyPr/>
          <a:lstStyle/>
          <a:p>
            <a:r>
              <a:rPr lang="en-US" dirty="0"/>
              <a:t>SQL DDL statements</a:t>
            </a:r>
          </a:p>
        </p:txBody>
      </p:sp>
      <p:sp>
        <p:nvSpPr>
          <p:cNvPr id="8" name="Text Placeholder 7">
            <a:extLst>
              <a:ext uri="{FF2B5EF4-FFF2-40B4-BE49-F238E27FC236}">
                <a16:creationId xmlns:a16="http://schemas.microsoft.com/office/drawing/2014/main" id="{8D6432C9-62B8-C462-9E60-211D4BDE46DD}"/>
              </a:ext>
            </a:extLst>
          </p:cNvPr>
          <p:cNvSpPr>
            <a:spLocks noGrp="1"/>
          </p:cNvSpPr>
          <p:nvPr>
            <p:ph type="body" sz="quarter" idx="13"/>
          </p:nvPr>
        </p:nvSpPr>
        <p:spPr/>
        <p:txBody>
          <a:bodyPr/>
          <a:lstStyle/>
          <a:p>
            <a:pPr marL="342900" marR="274320" indent="0">
              <a:spcBef>
                <a:spcPts val="0"/>
              </a:spcBef>
              <a:spcAft>
                <a:spcPts val="600"/>
              </a:spcAft>
            </a:pPr>
            <a:r>
              <a:rPr lang="en-US" sz="1800" b="1" spc="-10" dirty="0">
                <a:effectLst/>
                <a:latin typeface="Courier New" panose="02070309020205020404" pitchFamily="49" charset="0"/>
                <a:ea typeface="Times New Roman" panose="02020603050405020304" pitchFamily="18" charset="0"/>
              </a:rPr>
              <a:t>CREATE DATABASE</a:t>
            </a:r>
          </a:p>
          <a:p>
            <a:pPr marL="342900" marR="274320" indent="0">
              <a:spcBef>
                <a:spcPts val="0"/>
              </a:spcBef>
              <a:spcAft>
                <a:spcPts val="600"/>
              </a:spcAft>
            </a:pPr>
            <a:r>
              <a:rPr lang="en-US" sz="1800" b="1" spc="-10" dirty="0">
                <a:latin typeface="Courier New" panose="02070309020205020404" pitchFamily="49" charset="0"/>
                <a:ea typeface="Times New Roman" panose="02020603050405020304" pitchFamily="18" charset="0"/>
              </a:rPr>
              <a:t>CREATE </a:t>
            </a:r>
            <a:r>
              <a:rPr lang="en-US" sz="1800" b="1" spc="-10" dirty="0">
                <a:effectLst/>
                <a:latin typeface="Courier New" panose="02070309020205020404" pitchFamily="49" charset="0"/>
                <a:ea typeface="Times New Roman" panose="02020603050405020304" pitchFamily="18" charset="0"/>
              </a:rPr>
              <a:t>TABLE</a:t>
            </a:r>
          </a:p>
          <a:p>
            <a:pPr marL="342900" marR="274320" indent="0">
              <a:spcBef>
                <a:spcPts val="0"/>
              </a:spcBef>
              <a:spcAft>
                <a:spcPts val="600"/>
              </a:spcAft>
            </a:pPr>
            <a:r>
              <a:rPr lang="en-US" sz="1800" b="1" spc="-10" dirty="0">
                <a:latin typeface="Courier New" panose="02070309020205020404" pitchFamily="49" charset="0"/>
                <a:ea typeface="Times New Roman" panose="02020603050405020304" pitchFamily="18" charset="0"/>
              </a:rPr>
              <a:t>CREATE</a:t>
            </a:r>
            <a:r>
              <a:rPr lang="en-US" sz="1800" b="1" spc="-10" dirty="0">
                <a:effectLst/>
                <a:latin typeface="Courier New" panose="02070309020205020404" pitchFamily="49" charset="0"/>
                <a:ea typeface="Times New Roman" panose="02020603050405020304" pitchFamily="18" charset="0"/>
              </a:rPr>
              <a:t> INDEX</a:t>
            </a:r>
          </a:p>
          <a:p>
            <a:pPr marL="342900" marR="274320" indent="0">
              <a:spcBef>
                <a:spcPts val="0"/>
              </a:spcBef>
              <a:spcAft>
                <a:spcPts val="600"/>
              </a:spcAft>
            </a:pPr>
            <a:endParaRPr lang="en-US" sz="1800" spc="-10" dirty="0">
              <a:effectLst/>
              <a:latin typeface="Times New Roman" panose="02020603050405020304" pitchFamily="18" charset="0"/>
              <a:ea typeface="Times New Roman" panose="02020603050405020304" pitchFamily="18" charset="0"/>
            </a:endParaRPr>
          </a:p>
          <a:p>
            <a:pPr marL="342900" marR="274320" indent="0">
              <a:spcBef>
                <a:spcPts val="0"/>
              </a:spcBef>
              <a:spcAft>
                <a:spcPts val="600"/>
              </a:spcAft>
            </a:pPr>
            <a:r>
              <a:rPr lang="en-US" sz="1800" b="1" spc="-10" dirty="0">
                <a:effectLst/>
                <a:latin typeface="Courier New" panose="02070309020205020404" pitchFamily="49" charset="0"/>
                <a:ea typeface="Times New Roman" panose="02020603050405020304" pitchFamily="18" charset="0"/>
              </a:rPr>
              <a:t>ALTER TABLE</a:t>
            </a:r>
          </a:p>
          <a:p>
            <a:pPr marL="342900" marR="274320" indent="0">
              <a:spcBef>
                <a:spcPts val="0"/>
              </a:spcBef>
              <a:spcAft>
                <a:spcPts val="600"/>
              </a:spcAft>
            </a:pPr>
            <a:r>
              <a:rPr lang="en-US" sz="1800" b="1" spc="-10" dirty="0">
                <a:latin typeface="Courier New" panose="02070309020205020404" pitchFamily="49" charset="0"/>
                <a:ea typeface="Times New Roman" panose="02020603050405020304" pitchFamily="18" charset="0"/>
              </a:rPr>
              <a:t>ALTER</a:t>
            </a:r>
            <a:r>
              <a:rPr lang="en-US" sz="1800" b="1" spc="-10" dirty="0">
                <a:effectLst/>
                <a:latin typeface="Courier New" panose="02070309020205020404" pitchFamily="49" charset="0"/>
                <a:ea typeface="Times New Roman" panose="02020603050405020304" pitchFamily="18" charset="0"/>
              </a:rPr>
              <a:t> INDEX</a:t>
            </a:r>
            <a:endParaRPr lang="en-US" sz="1800" spc="-10" dirty="0">
              <a:effectLst/>
              <a:latin typeface="Times New Roman" panose="02020603050405020304" pitchFamily="18" charset="0"/>
              <a:ea typeface="Times New Roman" panose="02020603050405020304" pitchFamily="18" charset="0"/>
            </a:endParaRPr>
          </a:p>
          <a:p>
            <a:pPr marL="342900" marR="274320" indent="0">
              <a:spcBef>
                <a:spcPts val="0"/>
              </a:spcBef>
              <a:spcAft>
                <a:spcPts val="600"/>
              </a:spcAft>
            </a:pPr>
            <a:endParaRPr lang="en-US" sz="1800" b="1" spc="-10" dirty="0">
              <a:effectLst/>
              <a:latin typeface="Courier New" panose="02070309020205020404" pitchFamily="49" charset="0"/>
              <a:ea typeface="Times New Roman" panose="02020603050405020304" pitchFamily="18" charset="0"/>
            </a:endParaRPr>
          </a:p>
          <a:p>
            <a:pPr marL="342900" marR="274320" indent="0">
              <a:spcBef>
                <a:spcPts val="0"/>
              </a:spcBef>
              <a:spcAft>
                <a:spcPts val="600"/>
              </a:spcAft>
            </a:pPr>
            <a:r>
              <a:rPr lang="en-US" sz="1800" b="1" spc="-10" dirty="0">
                <a:effectLst/>
                <a:latin typeface="Courier New" panose="02070309020205020404" pitchFamily="49" charset="0"/>
                <a:ea typeface="Times New Roman" panose="02020603050405020304" pitchFamily="18" charset="0"/>
              </a:rPr>
              <a:t>DROP DATABASE</a:t>
            </a:r>
          </a:p>
          <a:p>
            <a:pPr marL="342900" marR="274320" indent="0">
              <a:spcBef>
                <a:spcPts val="0"/>
              </a:spcBef>
              <a:spcAft>
                <a:spcPts val="600"/>
              </a:spcAft>
            </a:pPr>
            <a:r>
              <a:rPr lang="en-US" sz="1800" b="1" spc="-10" dirty="0">
                <a:latin typeface="Courier New" panose="02070309020205020404" pitchFamily="49" charset="0"/>
                <a:ea typeface="Times New Roman" panose="02020603050405020304" pitchFamily="18" charset="0"/>
              </a:rPr>
              <a:t>DROP</a:t>
            </a:r>
            <a:r>
              <a:rPr lang="en-US" sz="1800" b="1" spc="-10" dirty="0">
                <a:effectLst/>
                <a:latin typeface="Courier New" panose="02070309020205020404" pitchFamily="49" charset="0"/>
                <a:ea typeface="Times New Roman" panose="02020603050405020304" pitchFamily="18" charset="0"/>
              </a:rPr>
              <a:t> TABLE</a:t>
            </a:r>
          </a:p>
          <a:p>
            <a:pPr marL="342900" marR="274320" indent="0">
              <a:spcBef>
                <a:spcPts val="0"/>
              </a:spcBef>
              <a:spcAft>
                <a:spcPts val="600"/>
              </a:spcAft>
            </a:pPr>
            <a:r>
              <a:rPr lang="en-US" sz="1800" b="1" spc="-10" dirty="0">
                <a:latin typeface="Courier New" panose="02070309020205020404" pitchFamily="49" charset="0"/>
                <a:ea typeface="Times New Roman" panose="02020603050405020304" pitchFamily="18" charset="0"/>
              </a:rPr>
              <a:t>DROP</a:t>
            </a:r>
            <a:r>
              <a:rPr lang="en-US" sz="1800" b="1" spc="-10" dirty="0">
                <a:effectLst/>
                <a:latin typeface="Courier New" panose="02070309020205020404" pitchFamily="49" charset="0"/>
                <a:ea typeface="Times New Roman" panose="02020603050405020304" pitchFamily="18" charset="0"/>
              </a:rPr>
              <a:t> INDEX</a:t>
            </a:r>
            <a:endParaRPr lang="en-US" sz="1800" spc="-10" dirty="0">
              <a:effectLst/>
              <a:latin typeface="Times New Roman" panose="02020603050405020304" pitchFamily="18" charset="0"/>
              <a:ea typeface="Times New Roman" panose="02020603050405020304" pitchFamily="18" charset="0"/>
            </a:endParaRPr>
          </a:p>
        </p:txBody>
      </p:sp>
      <p:sp>
        <p:nvSpPr>
          <p:cNvPr id="4" name="Footer Placeholder 3">
            <a:extLst>
              <a:ext uri="{FF2B5EF4-FFF2-40B4-BE49-F238E27FC236}">
                <a16:creationId xmlns:a16="http://schemas.microsoft.com/office/drawing/2014/main" id="{B7B22BDC-259E-E3D4-DBAF-CE0F8AAA4250}"/>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4893F948-064A-C5A2-12FE-E5EC64D5D991}"/>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530C80D5-5FB4-B4A5-425C-83D9F0A6F77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19</a:t>
            </a:fld>
            <a:endParaRPr lang="en-US" dirty="0">
              <a:solidFill>
                <a:schemeClr val="bg1"/>
              </a:solidFill>
            </a:endParaRPr>
          </a:p>
        </p:txBody>
      </p:sp>
    </p:spTree>
    <p:extLst>
      <p:ext uri="{BB962C8B-B14F-4D97-AF65-F5344CB8AC3E}">
        <p14:creationId xmlns:p14="http://schemas.microsoft.com/office/powerpoint/2010/main" val="1390114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9FC74-C6CD-3EFA-A47D-A127B4FF367A}"/>
              </a:ext>
            </a:extLst>
          </p:cNvPr>
          <p:cNvSpPr>
            <a:spLocks noGrp="1"/>
          </p:cNvSpPr>
          <p:nvPr>
            <p:ph type="title"/>
          </p:nvPr>
        </p:nvSpPr>
        <p:spPr/>
        <p:txBody>
          <a:bodyPr/>
          <a:lstStyle/>
          <a:p>
            <a:r>
              <a:rPr lang="en-US" dirty="0"/>
              <a:t>A statement that creates a new database</a:t>
            </a:r>
          </a:p>
        </p:txBody>
      </p:sp>
      <p:sp>
        <p:nvSpPr>
          <p:cNvPr id="3" name="Text Placeholder 2">
            <a:extLst>
              <a:ext uri="{FF2B5EF4-FFF2-40B4-BE49-F238E27FC236}">
                <a16:creationId xmlns:a16="http://schemas.microsoft.com/office/drawing/2014/main" id="{BD164AE2-4638-F326-D1F7-80D8D4D96B0B}"/>
              </a:ext>
            </a:extLst>
          </p:cNvPr>
          <p:cNvSpPr>
            <a:spLocks noGrp="1"/>
          </p:cNvSpPr>
          <p:nvPr>
            <p:ph type="body" sz="quarter" idx="13"/>
          </p:nvPr>
        </p:nvSpPr>
        <p:spPr/>
        <p:txBody>
          <a:bodyPr/>
          <a:lstStyle/>
          <a:p>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CREATE DATABASE AP;</a:t>
            </a:r>
          </a:p>
          <a:p>
            <a:endParaRPr lang="en-US" dirty="0"/>
          </a:p>
        </p:txBody>
      </p:sp>
      <p:sp>
        <p:nvSpPr>
          <p:cNvPr id="4" name="Footer Placeholder 3">
            <a:extLst>
              <a:ext uri="{FF2B5EF4-FFF2-40B4-BE49-F238E27FC236}">
                <a16:creationId xmlns:a16="http://schemas.microsoft.com/office/drawing/2014/main" id="{DC07384D-1FCB-6A40-0387-49738A3FC75D}"/>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0A625028-39D3-5FA4-403B-4361CC36D2A3}"/>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1F8BCB20-BFBC-3B2C-10B7-8B5E80CDA6F6}"/>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20</a:t>
            </a:fld>
            <a:endParaRPr lang="en-US" dirty="0">
              <a:solidFill>
                <a:schemeClr val="bg1"/>
              </a:solidFill>
            </a:endParaRPr>
          </a:p>
        </p:txBody>
      </p:sp>
    </p:spTree>
    <p:extLst>
      <p:ext uri="{BB962C8B-B14F-4D97-AF65-F5344CB8AC3E}">
        <p14:creationId xmlns:p14="http://schemas.microsoft.com/office/powerpoint/2010/main" val="1643132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6965-6BBE-D5DB-9C10-C682B66D68B6}"/>
              </a:ext>
            </a:extLst>
          </p:cNvPr>
          <p:cNvSpPr>
            <a:spLocks noGrp="1"/>
          </p:cNvSpPr>
          <p:nvPr>
            <p:ph type="title"/>
          </p:nvPr>
        </p:nvSpPr>
        <p:spPr/>
        <p:txBody>
          <a:bodyPr/>
          <a:lstStyle/>
          <a:p>
            <a:r>
              <a:rPr lang="en-US" dirty="0"/>
              <a:t>A statement that creates a new table</a:t>
            </a:r>
          </a:p>
        </p:txBody>
      </p:sp>
      <p:sp>
        <p:nvSpPr>
          <p:cNvPr id="3" name="Text Placeholder 2">
            <a:extLst>
              <a:ext uri="{FF2B5EF4-FFF2-40B4-BE49-F238E27FC236}">
                <a16:creationId xmlns:a16="http://schemas.microsoft.com/office/drawing/2014/main" id="{350A843D-EF56-118A-F563-A748091A9326}"/>
              </a:ext>
            </a:extLst>
          </p:cNvPr>
          <p:cNvSpPr>
            <a:spLocks noGrp="1"/>
          </p:cNvSpPr>
          <p:nvPr>
            <p:ph type="body" sz="quarter" idx="13"/>
          </p:nvPr>
        </p:nvSpPr>
        <p:spPr>
          <a:xfrm>
            <a:off x="533400" y="1066800"/>
            <a:ext cx="7391400" cy="4876800"/>
          </a:xfrm>
        </p:spPr>
        <p:txBody>
          <a:bodyPr/>
          <a:lstStyle/>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CREATE TABLE Invoices</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INT           NOT NULL IDENTITY</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PRIMARY KEY,</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VendorID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INT           NOT NULL REFERENCES</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Vendors(</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VendorID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VARCHAR(50)   NOT NULL,</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SMALLDATETIME NOT NULL,</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MONEY         NOT NULL,</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MONEY         NOT NULL DEFAULT 0,</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MONEY         NOT NULL DEFAULT 0,</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TermsID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INT           NOT NULL REFERENCES</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Terms(</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TermsID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InvoiceDueDate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SMALLDATETIME NOT NULL,</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SMALLDATETIME NULL</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endParaRPr lang="en-US" sz="1800" dirty="0"/>
          </a:p>
        </p:txBody>
      </p:sp>
      <p:sp>
        <p:nvSpPr>
          <p:cNvPr id="4" name="Footer Placeholder 3">
            <a:extLst>
              <a:ext uri="{FF2B5EF4-FFF2-40B4-BE49-F238E27FC236}">
                <a16:creationId xmlns:a16="http://schemas.microsoft.com/office/drawing/2014/main" id="{F680578E-6B96-C73F-6D16-83ADE8D591E8}"/>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5220D67E-B467-8C83-09CE-2F49F670145B}"/>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0E276D74-F3B8-9159-BE36-1F520CB2E3A5}"/>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21</a:t>
            </a:fld>
            <a:endParaRPr lang="en-US" dirty="0">
              <a:solidFill>
                <a:schemeClr val="bg1"/>
              </a:solidFill>
            </a:endParaRPr>
          </a:p>
        </p:txBody>
      </p:sp>
    </p:spTree>
    <p:extLst>
      <p:ext uri="{BB962C8B-B14F-4D97-AF65-F5344CB8AC3E}">
        <p14:creationId xmlns:p14="http://schemas.microsoft.com/office/powerpoint/2010/main" val="683964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6DDF6-549E-F630-9D10-72038340F765}"/>
              </a:ext>
            </a:extLst>
          </p:cNvPr>
          <p:cNvSpPr>
            <a:spLocks noGrp="1"/>
          </p:cNvSpPr>
          <p:nvPr>
            <p:ph type="title"/>
          </p:nvPr>
        </p:nvSpPr>
        <p:spPr/>
        <p:txBody>
          <a:bodyPr/>
          <a:lstStyle/>
          <a:p>
            <a:r>
              <a:rPr lang="en-US"/>
              <a:t>Statements that work with the table</a:t>
            </a:r>
          </a:p>
        </p:txBody>
      </p:sp>
      <p:sp>
        <p:nvSpPr>
          <p:cNvPr id="3" name="Text Placeholder 2">
            <a:extLst>
              <a:ext uri="{FF2B5EF4-FFF2-40B4-BE49-F238E27FC236}">
                <a16:creationId xmlns:a16="http://schemas.microsoft.com/office/drawing/2014/main" id="{6F142269-0A0F-6978-595B-CF022FE44DEB}"/>
              </a:ext>
            </a:extLst>
          </p:cNvPr>
          <p:cNvSpPr>
            <a:spLocks noGrp="1"/>
          </p:cNvSpPr>
          <p:nvPr>
            <p:ph type="body" sz="quarter" idx="13"/>
          </p:nvPr>
        </p:nvSpPr>
        <p:spPr/>
        <p:txBody>
          <a:bodyPr/>
          <a:lstStyle/>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Add a new column to the table</a:t>
            </a:r>
          </a:p>
          <a:p>
            <a:pPr marL="347345" marR="0">
              <a:spcBef>
                <a:spcPts val="0"/>
              </a:spcBef>
              <a:spcAft>
                <a:spcPts val="0"/>
              </a:spcAft>
              <a:tabLst>
                <a:tab pos="1371600" algn="l"/>
              </a:tabLs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ALTER TABLE Invoices</a:t>
            </a:r>
          </a:p>
          <a:p>
            <a:pPr marL="347345" marR="0">
              <a:spcBef>
                <a:spcPts val="0"/>
              </a:spcBef>
              <a:spcAft>
                <a:spcPts val="600"/>
              </a:spcAft>
              <a:tabLst>
                <a:tab pos="1371600" algn="l"/>
              </a:tabLs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ADD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BalanceDue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MONEY NOT NULL;</a:t>
            </a: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Delete the new column</a:t>
            </a:r>
          </a:p>
          <a:p>
            <a:pPr marL="347345" marR="0">
              <a:spcBef>
                <a:spcPts val="0"/>
              </a:spcBef>
              <a:spcAft>
                <a:spcPts val="0"/>
              </a:spcAft>
              <a:tabLst>
                <a:tab pos="1371600" algn="l"/>
              </a:tabLs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ALTER TABLE Invoices</a:t>
            </a:r>
          </a:p>
          <a:p>
            <a:pPr marL="347345" marR="0">
              <a:spcBef>
                <a:spcPts val="0"/>
              </a:spcBef>
              <a:spcAft>
                <a:spcPts val="600"/>
              </a:spcAft>
              <a:tabLst>
                <a:tab pos="1371600" algn="l"/>
              </a:tabLs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DROP COLUMN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BalanceDue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Create an index on the table</a:t>
            </a:r>
          </a:p>
          <a:p>
            <a:pPr marL="347345" marR="0">
              <a:spcBef>
                <a:spcPts val="0"/>
              </a:spcBef>
              <a:spcAft>
                <a:spcPts val="0"/>
              </a:spcAft>
              <a:tabLst>
                <a:tab pos="1371600" algn="l"/>
              </a:tabLs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CREATE INDEX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IX_Invoices_VendorID</a:t>
            </a:r>
            <a:endParaRPr lang="en-US" sz="1800" b="1" dirty="0">
              <a:effectLst/>
              <a:latin typeface="Courier New" panose="02070309020205020404" pitchFamily="49" charset="0"/>
              <a:ea typeface="Times New Roman" panose="02020603050405020304" pitchFamily="18" charset="0"/>
              <a:cs typeface="Times New Roman" panose="02020603050405020304" pitchFamily="18" charset="0"/>
            </a:endParaRPr>
          </a:p>
          <a:p>
            <a:pPr marL="347345" marR="0">
              <a:spcBef>
                <a:spcPts val="0"/>
              </a:spcBef>
              <a:spcAft>
                <a:spcPts val="600"/>
              </a:spcAft>
              <a:tabLst>
                <a:tab pos="1371600" algn="l"/>
              </a:tabLs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ON Invoices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VendorID</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t>
            </a:r>
          </a:p>
          <a:p>
            <a:endParaRPr lang="en-US" dirty="0"/>
          </a:p>
        </p:txBody>
      </p:sp>
      <p:sp>
        <p:nvSpPr>
          <p:cNvPr id="4" name="Footer Placeholder 3">
            <a:extLst>
              <a:ext uri="{FF2B5EF4-FFF2-40B4-BE49-F238E27FC236}">
                <a16:creationId xmlns:a16="http://schemas.microsoft.com/office/drawing/2014/main" id="{0F461CB8-092B-92F7-2124-00908DC95529}"/>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41FDA2BA-3470-279E-D349-66275976BCF9}"/>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E52C6F27-1E32-61B2-D3A1-3EDC3F1C8CA5}"/>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22</a:t>
            </a:fld>
            <a:endParaRPr lang="en-US" dirty="0">
              <a:solidFill>
                <a:schemeClr val="bg1"/>
              </a:solidFill>
            </a:endParaRPr>
          </a:p>
        </p:txBody>
      </p:sp>
    </p:spTree>
    <p:extLst>
      <p:ext uri="{BB962C8B-B14F-4D97-AF65-F5344CB8AC3E}">
        <p14:creationId xmlns:p14="http://schemas.microsoft.com/office/powerpoint/2010/main" val="3108847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9D1CE3-B19B-0A41-9142-D5E368462AF5}"/>
              </a:ext>
            </a:extLst>
          </p:cNvPr>
          <p:cNvSpPr>
            <a:spLocks noGrp="1"/>
          </p:cNvSpPr>
          <p:nvPr>
            <p:ph type="title"/>
          </p:nvPr>
        </p:nvSpPr>
        <p:spPr/>
        <p:txBody>
          <a:bodyPr/>
          <a:lstStyle/>
          <a:p>
            <a:r>
              <a:rPr lang="en-US" dirty="0"/>
              <a:t>The Invoices base table</a:t>
            </a:r>
          </a:p>
        </p:txBody>
      </p:sp>
      <p:sp>
        <p:nvSpPr>
          <p:cNvPr id="5" name="Footer Placeholder 4">
            <a:extLst>
              <a:ext uri="{FF2B5EF4-FFF2-40B4-BE49-F238E27FC236}">
                <a16:creationId xmlns:a16="http://schemas.microsoft.com/office/drawing/2014/main" id="{896923F0-28C7-B385-5289-7814C3762814}"/>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0DD424F4-46D9-D3F0-7639-277EFFACA271}"/>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EF4369A8-E1B9-32F6-4576-915DCA3B78FB}"/>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23</a:t>
            </a:fld>
            <a:endParaRPr lang="en-US" sz="900" dirty="0">
              <a:solidFill>
                <a:schemeClr val="bg1"/>
              </a:solidFill>
              <a:latin typeface="Arial Narrow" pitchFamily="34" charset="0"/>
            </a:endParaRPr>
          </a:p>
        </p:txBody>
      </p:sp>
      <p:pic>
        <p:nvPicPr>
          <p:cNvPr id="9" name="Content Placeholder 8" descr="Title describes slide">
            <a:extLst>
              <a:ext uri="{FF2B5EF4-FFF2-40B4-BE49-F238E27FC236}">
                <a16:creationId xmlns:a16="http://schemas.microsoft.com/office/drawing/2014/main" id="{0AE79DB0-ACCE-C5AB-58D5-73132AA1C9E2}"/>
              </a:ext>
            </a:extLst>
          </p:cNvPr>
          <p:cNvPicPr>
            <a:picLocks noGrp="1" noChangeAspect="1"/>
          </p:cNvPicPr>
          <p:nvPr>
            <p:ph sz="quarter" idx="13"/>
          </p:nvPr>
        </p:nvPicPr>
        <p:blipFill>
          <a:blip r:embed="rId2"/>
          <a:stretch>
            <a:fillRect/>
          </a:stretch>
        </p:blipFill>
        <p:spPr>
          <a:xfrm>
            <a:off x="914400" y="1143000"/>
            <a:ext cx="7093580" cy="3900291"/>
          </a:xfrm>
          <a:prstGeom prst="rect">
            <a:avLst/>
          </a:prstGeom>
        </p:spPr>
      </p:pic>
    </p:spTree>
    <p:extLst>
      <p:ext uri="{BB962C8B-B14F-4D97-AF65-F5344CB8AC3E}">
        <p14:creationId xmlns:p14="http://schemas.microsoft.com/office/powerpoint/2010/main" val="921370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F2144AF-CDBD-217F-8195-86B568BEDE27}"/>
              </a:ext>
            </a:extLst>
          </p:cNvPr>
          <p:cNvSpPr>
            <a:spLocks noGrp="1"/>
          </p:cNvSpPr>
          <p:nvPr>
            <p:ph type="title"/>
          </p:nvPr>
        </p:nvSpPr>
        <p:spPr>
          <a:xfrm>
            <a:off x="914400" y="556736"/>
            <a:ext cx="7315200" cy="738664"/>
          </a:xfrm>
        </p:spPr>
        <p:txBody>
          <a:bodyPr/>
          <a:lstStyle/>
          <a:p>
            <a:r>
              <a:rPr lang="en-US" dirty="0"/>
              <a:t>A statement that retrieves and sorts selected columns and rows</a:t>
            </a:r>
          </a:p>
        </p:txBody>
      </p:sp>
      <p:sp>
        <p:nvSpPr>
          <p:cNvPr id="9" name="Text Placeholder 8">
            <a:extLst>
              <a:ext uri="{FF2B5EF4-FFF2-40B4-BE49-F238E27FC236}">
                <a16:creationId xmlns:a16="http://schemas.microsoft.com/office/drawing/2014/main" id="{A11A1809-E48B-5937-9E0E-EC12E5B7F827}"/>
              </a:ext>
            </a:extLst>
          </p:cNvPr>
          <p:cNvSpPr>
            <a:spLocks noGrp="1"/>
          </p:cNvSpPr>
          <p:nvPr>
            <p:ph type="body" sz="quarter" idx="15"/>
          </p:nvPr>
        </p:nvSpPr>
        <p:spPr>
          <a:xfrm>
            <a:off x="812800" y="1291357"/>
            <a:ext cx="7391400" cy="2442443"/>
          </a:xfrm>
        </p:spPr>
        <p:txBody>
          <a:bodyPr/>
          <a:lstStyle/>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SELECT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endParaRPr lang="en-US" sz="1600" b="1" dirty="0">
              <a:effectLst/>
              <a:latin typeface="Courier New" panose="020703090202050204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AS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BalanceDue</a:t>
            </a:r>
            <a:endParaRPr lang="en-US" sz="1600" b="1" dirty="0">
              <a:effectLst/>
              <a:latin typeface="Courier New" panose="020703090202050204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FROM Invoices </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WHERE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&gt; 0</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ORDER BY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result set defined by the statement</a:t>
            </a:r>
          </a:p>
          <a:p>
            <a:endParaRPr lang="en-US" dirty="0"/>
          </a:p>
        </p:txBody>
      </p:sp>
      <p:pic>
        <p:nvPicPr>
          <p:cNvPr id="10" name="Content Placeholder 9" descr="Title describes slide">
            <a:extLst>
              <a:ext uri="{FF2B5EF4-FFF2-40B4-BE49-F238E27FC236}">
                <a16:creationId xmlns:a16="http://schemas.microsoft.com/office/drawing/2014/main" id="{64132952-9908-4072-936C-276BCC66DCE1}"/>
              </a:ext>
            </a:extLst>
          </p:cNvPr>
          <p:cNvPicPr>
            <a:picLocks noGrp="1" noChangeAspect="1"/>
          </p:cNvPicPr>
          <p:nvPr>
            <p:ph sz="quarter" idx="13"/>
          </p:nvPr>
        </p:nvPicPr>
        <p:blipFill>
          <a:blip r:embed="rId2"/>
          <a:stretch>
            <a:fillRect/>
          </a:stretch>
        </p:blipFill>
        <p:spPr>
          <a:xfrm>
            <a:off x="1295400" y="3707674"/>
            <a:ext cx="5733333" cy="2266667"/>
          </a:xfrm>
          <a:prstGeom prst="rect">
            <a:avLst/>
          </a:prstGeom>
        </p:spPr>
      </p:pic>
      <p:sp>
        <p:nvSpPr>
          <p:cNvPr id="4" name="Footer Placeholder 3">
            <a:extLst>
              <a:ext uri="{FF2B5EF4-FFF2-40B4-BE49-F238E27FC236}">
                <a16:creationId xmlns:a16="http://schemas.microsoft.com/office/drawing/2014/main" id="{D50F5881-1FBA-8CFA-FEAE-13D060C4247F}"/>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EBB8AFA1-2E3F-5451-E7C9-0BA9678F1863}"/>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DC659269-3E66-9DD5-4135-73417D922555}"/>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24</a:t>
            </a:fld>
            <a:endParaRPr lang="en-US" dirty="0">
              <a:solidFill>
                <a:schemeClr val="bg1"/>
              </a:solidFill>
            </a:endParaRPr>
          </a:p>
        </p:txBody>
      </p:sp>
    </p:spTree>
    <p:extLst>
      <p:ext uri="{BB962C8B-B14F-4D97-AF65-F5344CB8AC3E}">
        <p14:creationId xmlns:p14="http://schemas.microsoft.com/office/powerpoint/2010/main" val="29937297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B1DC6CA-5AD7-5D15-08C4-3B94969AED8C}"/>
              </a:ext>
            </a:extLst>
          </p:cNvPr>
          <p:cNvSpPr>
            <a:spLocks noGrp="1"/>
          </p:cNvSpPr>
          <p:nvPr>
            <p:ph type="title"/>
          </p:nvPr>
        </p:nvSpPr>
        <p:spPr/>
        <p:txBody>
          <a:bodyPr/>
          <a:lstStyle/>
          <a:p>
            <a:r>
              <a:rPr lang="en-US" dirty="0"/>
              <a:t>A statement that joins data from two tables</a:t>
            </a:r>
          </a:p>
        </p:txBody>
      </p:sp>
      <p:sp>
        <p:nvSpPr>
          <p:cNvPr id="9" name="Text Placeholder 8">
            <a:extLst>
              <a:ext uri="{FF2B5EF4-FFF2-40B4-BE49-F238E27FC236}">
                <a16:creationId xmlns:a16="http://schemas.microsoft.com/office/drawing/2014/main" id="{19D24C04-3914-8EC5-99A8-22434F7E6269}"/>
              </a:ext>
            </a:extLst>
          </p:cNvPr>
          <p:cNvSpPr>
            <a:spLocks noGrp="1"/>
          </p:cNvSpPr>
          <p:nvPr>
            <p:ph type="body" sz="quarter" idx="13"/>
          </p:nvPr>
        </p:nvSpPr>
        <p:spPr/>
        <p:txBody>
          <a:bodyPr/>
          <a:lstStyle/>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SELECT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VendorName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endParaRPr lang="en-US" sz="1600" b="1" dirty="0">
              <a:effectLst/>
              <a:latin typeface="Courier New" panose="020703090202050204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FROM Vendors INNER JOIN Invoices</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ON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Vendors.VendorID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Invoices.VendorID</a:t>
            </a:r>
            <a:endParaRPr lang="en-US" sz="1600" b="1" dirty="0">
              <a:effectLst/>
              <a:latin typeface="Courier New" panose="020703090202050204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WHERE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&gt;= 500</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ORDER BY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VendorName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DESC;</a:t>
            </a:r>
          </a:p>
        </p:txBody>
      </p:sp>
      <p:sp>
        <p:nvSpPr>
          <p:cNvPr id="5" name="Footer Placeholder 4">
            <a:extLst>
              <a:ext uri="{FF2B5EF4-FFF2-40B4-BE49-F238E27FC236}">
                <a16:creationId xmlns:a16="http://schemas.microsoft.com/office/drawing/2014/main" id="{498D4D58-115B-2E17-CBCA-A4C9998A0AF2}"/>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E5234AC8-8907-D00E-2B29-E6181C5B9E7F}"/>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DBC32536-6501-B78B-F202-FBD093D20EF9}"/>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25</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930374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9D1CE3-B19B-0A41-9142-D5E368462AF5}"/>
              </a:ext>
            </a:extLst>
          </p:cNvPr>
          <p:cNvSpPr>
            <a:spLocks noGrp="1"/>
          </p:cNvSpPr>
          <p:nvPr>
            <p:ph type="title"/>
          </p:nvPr>
        </p:nvSpPr>
        <p:spPr/>
        <p:txBody>
          <a:bodyPr/>
          <a:lstStyle/>
          <a:p>
            <a:r>
              <a:rPr lang="en-US" dirty="0"/>
              <a:t>The result set defined by the join</a:t>
            </a:r>
          </a:p>
        </p:txBody>
      </p:sp>
      <p:sp>
        <p:nvSpPr>
          <p:cNvPr id="5" name="Footer Placeholder 4">
            <a:extLst>
              <a:ext uri="{FF2B5EF4-FFF2-40B4-BE49-F238E27FC236}">
                <a16:creationId xmlns:a16="http://schemas.microsoft.com/office/drawing/2014/main" id="{896923F0-28C7-B385-5289-7814C3762814}"/>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0DD424F4-46D9-D3F0-7639-277EFFACA271}"/>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EF4369A8-E1B9-32F6-4576-915DCA3B78FB}"/>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26</a:t>
            </a:fld>
            <a:endParaRPr lang="en-US" sz="900" dirty="0">
              <a:solidFill>
                <a:schemeClr val="bg1"/>
              </a:solidFill>
              <a:latin typeface="Arial Narrow" pitchFamily="34" charset="0"/>
            </a:endParaRPr>
          </a:p>
        </p:txBody>
      </p:sp>
      <p:pic>
        <p:nvPicPr>
          <p:cNvPr id="4" name="Content Placeholder 3" descr="Title describes slide">
            <a:extLst>
              <a:ext uri="{FF2B5EF4-FFF2-40B4-BE49-F238E27FC236}">
                <a16:creationId xmlns:a16="http://schemas.microsoft.com/office/drawing/2014/main" id="{E77AFB70-4DF2-08AF-8EAC-6CD86C47BCD7}"/>
              </a:ext>
            </a:extLst>
          </p:cNvPr>
          <p:cNvPicPr>
            <a:picLocks noGrp="1" noChangeAspect="1"/>
          </p:cNvPicPr>
          <p:nvPr>
            <p:ph sz="quarter" idx="13"/>
          </p:nvPr>
        </p:nvPicPr>
        <p:blipFill>
          <a:blip r:embed="rId2"/>
          <a:stretch>
            <a:fillRect/>
          </a:stretch>
        </p:blipFill>
        <p:spPr>
          <a:xfrm>
            <a:off x="914400" y="1143000"/>
            <a:ext cx="7339583" cy="3657600"/>
          </a:xfrm>
          <a:prstGeom prst="rect">
            <a:avLst/>
          </a:prstGeom>
        </p:spPr>
      </p:pic>
    </p:spTree>
    <p:extLst>
      <p:ext uri="{BB962C8B-B14F-4D97-AF65-F5344CB8AC3E}">
        <p14:creationId xmlns:p14="http://schemas.microsoft.com/office/powerpoint/2010/main" val="2288753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B1DC6CA-5AD7-5D15-08C4-3B94969AED8C}"/>
              </a:ext>
            </a:extLst>
          </p:cNvPr>
          <p:cNvSpPr>
            <a:spLocks noGrp="1"/>
          </p:cNvSpPr>
          <p:nvPr>
            <p:ph type="title"/>
          </p:nvPr>
        </p:nvSpPr>
        <p:spPr/>
        <p:txBody>
          <a:bodyPr/>
          <a:lstStyle/>
          <a:p>
            <a:r>
              <a:rPr lang="en-US" dirty="0"/>
              <a:t>A statement that adds a row to the Invoices table</a:t>
            </a:r>
          </a:p>
        </p:txBody>
      </p:sp>
      <p:sp>
        <p:nvSpPr>
          <p:cNvPr id="9" name="Text Placeholder 8">
            <a:extLst>
              <a:ext uri="{FF2B5EF4-FFF2-40B4-BE49-F238E27FC236}">
                <a16:creationId xmlns:a16="http://schemas.microsoft.com/office/drawing/2014/main" id="{19D24C04-3914-8EC5-99A8-22434F7E6269}"/>
              </a:ext>
            </a:extLst>
          </p:cNvPr>
          <p:cNvSpPr>
            <a:spLocks noGrp="1"/>
          </p:cNvSpPr>
          <p:nvPr>
            <p:ph type="body" sz="quarter" idx="13"/>
          </p:nvPr>
        </p:nvSpPr>
        <p:spPr/>
        <p:txBody>
          <a:bodyPr/>
          <a:lstStyle/>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INSERT INTO Invoices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VendorID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TermsID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InvoiceDueDate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VALUES (12, '3289175’, </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'4/18/2022', 165, 3, </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'5/18/2022');</a:t>
            </a:r>
          </a:p>
        </p:txBody>
      </p:sp>
      <p:sp>
        <p:nvSpPr>
          <p:cNvPr id="5" name="Footer Placeholder 4">
            <a:extLst>
              <a:ext uri="{FF2B5EF4-FFF2-40B4-BE49-F238E27FC236}">
                <a16:creationId xmlns:a16="http://schemas.microsoft.com/office/drawing/2014/main" id="{498D4D58-115B-2E17-CBCA-A4C9998A0AF2}"/>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E5234AC8-8907-D00E-2B29-E6181C5B9E7F}"/>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DBC32536-6501-B78B-F202-FBD093D20EF9}"/>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27</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322785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B1DC6CA-5AD7-5D15-08C4-3B94969AED8C}"/>
              </a:ext>
            </a:extLst>
          </p:cNvPr>
          <p:cNvSpPr>
            <a:spLocks noGrp="1"/>
          </p:cNvSpPr>
          <p:nvPr>
            <p:ph type="title"/>
          </p:nvPr>
        </p:nvSpPr>
        <p:spPr>
          <a:xfrm>
            <a:off x="914400" y="632936"/>
            <a:ext cx="7315200" cy="738664"/>
          </a:xfrm>
        </p:spPr>
        <p:txBody>
          <a:bodyPr/>
          <a:lstStyle/>
          <a:p>
            <a:r>
              <a:rPr lang="en-US" dirty="0"/>
              <a:t>Two statements that update the data </a:t>
            </a:r>
            <a:br>
              <a:rPr lang="en-US" dirty="0"/>
            </a:br>
            <a:r>
              <a:rPr lang="en-US" dirty="0"/>
              <a:t>in the Invoices table</a:t>
            </a:r>
          </a:p>
        </p:txBody>
      </p:sp>
      <p:sp>
        <p:nvSpPr>
          <p:cNvPr id="9" name="Text Placeholder 8">
            <a:extLst>
              <a:ext uri="{FF2B5EF4-FFF2-40B4-BE49-F238E27FC236}">
                <a16:creationId xmlns:a16="http://schemas.microsoft.com/office/drawing/2014/main" id="{19D24C04-3914-8EC5-99A8-22434F7E6269}"/>
              </a:ext>
            </a:extLst>
          </p:cNvPr>
          <p:cNvSpPr>
            <a:spLocks noGrp="1"/>
          </p:cNvSpPr>
          <p:nvPr>
            <p:ph type="body" sz="quarter" idx="13"/>
          </p:nvPr>
        </p:nvSpPr>
        <p:spPr>
          <a:xfrm>
            <a:off x="838200" y="1524000"/>
            <a:ext cx="7391400" cy="4343400"/>
          </a:xfrm>
        </p:spPr>
        <p:txBody>
          <a:bodyPr/>
          <a:lstStyle/>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Change the value for a single row</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UPDATE Invoices</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SET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35.89</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WHERE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'367447';</a:t>
            </a: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Change the values for all invoices </a:t>
            </a:r>
            <a:b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the specified </a:t>
            </a:r>
            <a:r>
              <a:rPr lang="en-US" sz="1800" b="1" spc="-10"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TermsID</a:t>
            </a:r>
            <a:endPar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UPDATE Invoices</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SET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InvoiceDueDate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DATEADD(DAY, 30,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InvoiceDueDate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WHERE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TermsID</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4;</a:t>
            </a:r>
          </a:p>
        </p:txBody>
      </p:sp>
      <p:sp>
        <p:nvSpPr>
          <p:cNvPr id="5" name="Footer Placeholder 4">
            <a:extLst>
              <a:ext uri="{FF2B5EF4-FFF2-40B4-BE49-F238E27FC236}">
                <a16:creationId xmlns:a16="http://schemas.microsoft.com/office/drawing/2014/main" id="{498D4D58-115B-2E17-CBCA-A4C9998A0AF2}"/>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E5234AC8-8907-D00E-2B29-E6181C5B9E7F}"/>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DBC32536-6501-B78B-F202-FBD093D20EF9}"/>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28</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3861532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B1DC6CA-5AD7-5D15-08C4-3B94969AED8C}"/>
              </a:ext>
            </a:extLst>
          </p:cNvPr>
          <p:cNvSpPr>
            <a:spLocks noGrp="1"/>
          </p:cNvSpPr>
          <p:nvPr>
            <p:ph type="title"/>
          </p:nvPr>
        </p:nvSpPr>
        <p:spPr>
          <a:xfrm>
            <a:off x="914400" y="676870"/>
            <a:ext cx="7315200" cy="1075730"/>
          </a:xfrm>
        </p:spPr>
        <p:txBody>
          <a:bodyPr/>
          <a:lstStyle/>
          <a:p>
            <a:r>
              <a:rPr lang="en-US" dirty="0"/>
              <a:t>Two statements that delete data </a:t>
            </a:r>
            <a:br>
              <a:rPr lang="en-US" dirty="0"/>
            </a:br>
            <a:r>
              <a:rPr lang="en-US" dirty="0"/>
              <a:t>from the Invoices table</a:t>
            </a:r>
            <a:br>
              <a:rPr lang="en-US" dirty="0"/>
            </a:br>
            <a:endParaRPr lang="en-US" dirty="0"/>
          </a:p>
        </p:txBody>
      </p:sp>
      <p:sp>
        <p:nvSpPr>
          <p:cNvPr id="9" name="Text Placeholder 8">
            <a:extLst>
              <a:ext uri="{FF2B5EF4-FFF2-40B4-BE49-F238E27FC236}">
                <a16:creationId xmlns:a16="http://schemas.microsoft.com/office/drawing/2014/main" id="{19D24C04-3914-8EC5-99A8-22434F7E6269}"/>
              </a:ext>
            </a:extLst>
          </p:cNvPr>
          <p:cNvSpPr>
            <a:spLocks noGrp="1"/>
          </p:cNvSpPr>
          <p:nvPr>
            <p:ph type="body" sz="quarter" idx="13"/>
          </p:nvPr>
        </p:nvSpPr>
        <p:spPr>
          <a:xfrm>
            <a:off x="838200" y="1524000"/>
            <a:ext cx="7391400" cy="4343400"/>
          </a:xfrm>
        </p:spPr>
        <p:txBody>
          <a:bodyPr/>
          <a:lstStyle/>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Delete a single invoice</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DELETE FROM Invoices</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WHERE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'4-342-8069';</a:t>
            </a: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Deletes all paid invoices</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DELETE FROM Invoices</a:t>
            </a:r>
          </a:p>
          <a:p>
            <a:pPr marL="347345" marR="0">
              <a:spcBef>
                <a:spcPts val="0"/>
              </a:spcBef>
              <a:spcAft>
                <a:spcPts val="60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WHERE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0;</a:t>
            </a:r>
          </a:p>
        </p:txBody>
      </p:sp>
      <p:sp>
        <p:nvSpPr>
          <p:cNvPr id="5" name="Footer Placeholder 4">
            <a:extLst>
              <a:ext uri="{FF2B5EF4-FFF2-40B4-BE49-F238E27FC236}">
                <a16:creationId xmlns:a16="http://schemas.microsoft.com/office/drawing/2014/main" id="{498D4D58-115B-2E17-CBCA-A4C9998A0AF2}"/>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E5234AC8-8907-D00E-2B29-E6181C5B9E7F}"/>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DBC32536-6501-B78B-F202-FBD093D20EF9}"/>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29</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959557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B1DC6CA-5AD7-5D15-08C4-3B94969AED8C}"/>
              </a:ext>
            </a:extLst>
          </p:cNvPr>
          <p:cNvSpPr>
            <a:spLocks noGrp="1"/>
          </p:cNvSpPr>
          <p:nvPr>
            <p:ph type="title"/>
          </p:nvPr>
        </p:nvSpPr>
        <p:spPr>
          <a:xfrm>
            <a:off x="914400" y="773668"/>
            <a:ext cx="7315200" cy="369332"/>
          </a:xfrm>
        </p:spPr>
        <p:txBody>
          <a:bodyPr/>
          <a:lstStyle/>
          <a:p>
            <a:r>
              <a:rPr lang="en-US" dirty="0"/>
              <a:t>The importance of formatting your code</a:t>
            </a:r>
          </a:p>
        </p:txBody>
      </p:sp>
      <p:sp>
        <p:nvSpPr>
          <p:cNvPr id="9" name="Text Placeholder 8">
            <a:extLst>
              <a:ext uri="{FF2B5EF4-FFF2-40B4-BE49-F238E27FC236}">
                <a16:creationId xmlns:a16="http://schemas.microsoft.com/office/drawing/2014/main" id="{19D24C04-3914-8EC5-99A8-22434F7E6269}"/>
              </a:ext>
            </a:extLst>
          </p:cNvPr>
          <p:cNvSpPr>
            <a:spLocks noGrp="1"/>
          </p:cNvSpPr>
          <p:nvPr>
            <p:ph type="body" sz="quarter" idx="13"/>
          </p:nvPr>
        </p:nvSpPr>
        <p:spPr>
          <a:xfrm>
            <a:off x="838200" y="1295400"/>
            <a:ext cx="7391400" cy="4343400"/>
          </a:xfrm>
        </p:spPr>
        <p:txBody>
          <a:bodyPr/>
          <a:lstStyle/>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SELECT statement that’s difficult to read</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select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as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balancedue</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from invoices where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&gt; 0 order by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endParaRPr lang="en-US" sz="1600" b="1" dirty="0">
              <a:effectLst/>
              <a:latin typeface="Courier New" panose="02070309020205020404" pitchFamily="49" charset="0"/>
              <a:ea typeface="Times New Roman" panose="02020603050405020304" pitchFamily="18" charset="0"/>
              <a:cs typeface="Times New Roman" panose="02020603050405020304" pitchFamily="18" charset="0"/>
            </a:endParaRP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SELECT statement that coded with a readable style</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SELECT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AS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BalanceDue</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FROM Invoices</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WHERE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&gt; 0</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ORDER BY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p>
        </p:txBody>
      </p:sp>
      <p:sp>
        <p:nvSpPr>
          <p:cNvPr id="5" name="Footer Placeholder 4">
            <a:extLst>
              <a:ext uri="{FF2B5EF4-FFF2-40B4-BE49-F238E27FC236}">
                <a16:creationId xmlns:a16="http://schemas.microsoft.com/office/drawing/2014/main" id="{498D4D58-115B-2E17-CBCA-A4C9998A0AF2}"/>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E5234AC8-8907-D00E-2B29-E6181C5B9E7F}"/>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DBC32536-6501-B78B-F202-FBD093D20EF9}"/>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30</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084423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B1DC6CA-5AD7-5D15-08C4-3B94969AED8C}"/>
              </a:ext>
            </a:extLst>
          </p:cNvPr>
          <p:cNvSpPr>
            <a:spLocks noGrp="1"/>
          </p:cNvSpPr>
          <p:nvPr>
            <p:ph type="title"/>
          </p:nvPr>
        </p:nvSpPr>
        <p:spPr>
          <a:xfrm>
            <a:off x="914400" y="773668"/>
            <a:ext cx="7315200" cy="369332"/>
          </a:xfrm>
        </p:spPr>
        <p:txBody>
          <a:bodyPr/>
          <a:lstStyle/>
          <a:p>
            <a:r>
              <a:rPr lang="en-US" dirty="0"/>
              <a:t>Comments in SQL Server</a:t>
            </a:r>
          </a:p>
        </p:txBody>
      </p:sp>
      <p:sp>
        <p:nvSpPr>
          <p:cNvPr id="9" name="Text Placeholder 8">
            <a:extLst>
              <a:ext uri="{FF2B5EF4-FFF2-40B4-BE49-F238E27FC236}">
                <a16:creationId xmlns:a16="http://schemas.microsoft.com/office/drawing/2014/main" id="{19D24C04-3914-8EC5-99A8-22434F7E6269}"/>
              </a:ext>
            </a:extLst>
          </p:cNvPr>
          <p:cNvSpPr>
            <a:spLocks noGrp="1"/>
          </p:cNvSpPr>
          <p:nvPr>
            <p:ph type="body" sz="quarter" idx="13"/>
          </p:nvPr>
        </p:nvSpPr>
        <p:spPr>
          <a:xfrm>
            <a:off x="838200" y="1295400"/>
            <a:ext cx="7391400" cy="4343400"/>
          </a:xfrm>
        </p:spPr>
        <p:txBody>
          <a:bodyPr/>
          <a:lstStyle/>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SELECT statement with a block comment</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Author: Bryan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Syverson</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Date: 1/22/2022</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SELECT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AS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BalanceDue</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FROM Invoices;</a:t>
            </a:r>
          </a:p>
          <a:p>
            <a:pPr marL="0" marR="0">
              <a:spcBef>
                <a:spcPts val="900"/>
              </a:spcBef>
              <a:spcAft>
                <a:spcPts val="600"/>
              </a:spcAft>
              <a:tabLst>
                <a:tab pos="1371600" algn="l"/>
                <a:tab pos="2743200" algn="l"/>
              </a:tabLst>
            </a:pPr>
            <a:r>
              <a:rPr lang="en-US" sz="18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SELECT statement with a single-line comment</a:t>
            </a: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SELECT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InvoiceNumber</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InvoiceDate</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InvoiceTotal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PaymentTotal</a:t>
            </a: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CreditTotal</a:t>
            </a:r>
            <a:endParaRPr lang="en-US" sz="1600" b="1" dirty="0">
              <a:effectLst/>
              <a:latin typeface="Courier New" panose="020703090202050204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AS </a:t>
            </a:r>
            <a:r>
              <a:rPr lang="en-US" sz="1600" b="1" dirty="0" err="1">
                <a:effectLst/>
                <a:latin typeface="Courier New" panose="02070309020205020404" pitchFamily="49" charset="0"/>
                <a:ea typeface="Times New Roman" panose="02020603050405020304" pitchFamily="18" charset="0"/>
                <a:cs typeface="Times New Roman" panose="02020603050405020304" pitchFamily="18" charset="0"/>
              </a:rPr>
              <a:t>BalanceDue</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    -- The fourth column calculates the balance due</a:t>
            </a:r>
            <a:b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br>
            <a:r>
              <a:rPr lang="en-US" sz="1600" b="1" dirty="0">
                <a:effectLst/>
                <a:latin typeface="Courier New" panose="02070309020205020404" pitchFamily="49" charset="0"/>
                <a:ea typeface="Times New Roman" panose="02020603050405020304" pitchFamily="18" charset="0"/>
                <a:cs typeface="Times New Roman" panose="02020603050405020304" pitchFamily="18" charset="0"/>
              </a:rPr>
              <a:t>FROM Invoices;</a:t>
            </a:r>
          </a:p>
        </p:txBody>
      </p:sp>
      <p:sp>
        <p:nvSpPr>
          <p:cNvPr id="5" name="Footer Placeholder 4">
            <a:extLst>
              <a:ext uri="{FF2B5EF4-FFF2-40B4-BE49-F238E27FC236}">
                <a16:creationId xmlns:a16="http://schemas.microsoft.com/office/drawing/2014/main" id="{498D4D58-115B-2E17-CBCA-A4C9998A0AF2}"/>
              </a:ext>
            </a:extLst>
          </p:cNvPr>
          <p:cNvSpPr>
            <a:spLocks noGrp="1"/>
          </p:cNvSpPr>
          <p:nvPr>
            <p:ph type="ftr" sz="quarter" idx="11"/>
          </p:nvPr>
        </p:nvSpPr>
        <p:spPr/>
        <p:txBody>
          <a:bodyPr/>
          <a:lstStyle/>
          <a:p>
            <a:pPr>
              <a:defRPr/>
            </a:pPr>
            <a:endParaRPr lang="en-US" dirty="0"/>
          </a:p>
        </p:txBody>
      </p:sp>
      <p:sp>
        <p:nvSpPr>
          <p:cNvPr id="6" name="Date Placeholder 5">
            <a:extLst>
              <a:ext uri="{FF2B5EF4-FFF2-40B4-BE49-F238E27FC236}">
                <a16:creationId xmlns:a16="http://schemas.microsoft.com/office/drawing/2014/main" id="{E5234AC8-8907-D00E-2B29-E6181C5B9E7F}"/>
              </a:ext>
            </a:extLst>
          </p:cNvPr>
          <p:cNvSpPr>
            <a:spLocks noGrp="1"/>
          </p:cNvSpPr>
          <p:nvPr>
            <p:ph type="dt" sz="half" idx="10"/>
          </p:nvPr>
        </p:nvSpPr>
        <p:spPr/>
        <p:txBody>
          <a:bodyPr/>
          <a:lstStyle/>
          <a:p>
            <a:pPr>
              <a:defRPr/>
            </a:pPr>
            <a:r>
              <a:rPr lang="en-US"/>
              <a:t>Murach’s SQL Server 2022</a:t>
            </a:r>
            <a:endParaRPr lang="en-US" dirty="0"/>
          </a:p>
        </p:txBody>
      </p:sp>
      <p:sp>
        <p:nvSpPr>
          <p:cNvPr id="7" name="Slide Number Placeholder 6">
            <a:extLst>
              <a:ext uri="{FF2B5EF4-FFF2-40B4-BE49-F238E27FC236}">
                <a16:creationId xmlns:a16="http://schemas.microsoft.com/office/drawing/2014/main" id="{DBC32536-6501-B78B-F202-FBD093D20EF9}"/>
              </a:ext>
            </a:extLst>
          </p:cNvPr>
          <p:cNvSpPr>
            <a:spLocks noGrp="1"/>
          </p:cNvSpPr>
          <p:nvPr>
            <p:ph type="sldNum" sz="quarter" idx="12"/>
          </p:nvPr>
        </p:nvSpPr>
        <p:spPr/>
        <p:txBody>
          <a:bodyPr/>
          <a:lstStyle/>
          <a:p>
            <a:pPr>
              <a:defRPr/>
            </a:pPr>
            <a:endParaRPr lang="en-US"/>
          </a:p>
          <a:p>
            <a:pPr algn="r">
              <a:defRPr/>
            </a:pPr>
            <a:r>
              <a:rPr lang="en-US" sz="900">
                <a:solidFill>
                  <a:schemeClr val="bg1"/>
                </a:solidFill>
                <a:latin typeface="Arial Narrow" pitchFamily="34" charset="0"/>
              </a:rPr>
              <a:t>C1, Slide </a:t>
            </a:r>
            <a:fld id="{5ECE9829-65B2-40C6-AEFF-7C648FF56A9C}" type="slidenum">
              <a:rPr lang="en-US" sz="900" smtClean="0">
                <a:solidFill>
                  <a:schemeClr val="bg1"/>
                </a:solidFill>
                <a:latin typeface="Arial Narrow" pitchFamily="34" charset="0"/>
              </a:rPr>
              <a:pPr algn="r">
                <a:defRPr/>
              </a:pPr>
              <a:t>31</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323346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3DA5D-7E60-F260-65E7-B4062AB52438}"/>
              </a:ext>
            </a:extLst>
          </p:cNvPr>
          <p:cNvSpPr>
            <a:spLocks noGrp="1"/>
          </p:cNvSpPr>
          <p:nvPr>
            <p:ph type="title"/>
          </p:nvPr>
        </p:nvSpPr>
        <p:spPr/>
        <p:txBody>
          <a:bodyPr/>
          <a:lstStyle/>
          <a:p>
            <a:r>
              <a:rPr lang="en-US" dirty="0"/>
              <a:t>SQL coding recommendations</a:t>
            </a:r>
          </a:p>
        </p:txBody>
      </p:sp>
      <p:sp>
        <p:nvSpPr>
          <p:cNvPr id="3" name="Text Placeholder 2">
            <a:extLst>
              <a:ext uri="{FF2B5EF4-FFF2-40B4-BE49-F238E27FC236}">
                <a16:creationId xmlns:a16="http://schemas.microsoft.com/office/drawing/2014/main" id="{02615D7A-F541-5722-F2D8-723796F4535E}"/>
              </a:ext>
            </a:extLst>
          </p:cNvPr>
          <p:cNvSpPr>
            <a:spLocks noGrp="1"/>
          </p:cNvSpPr>
          <p:nvPr>
            <p:ph type="body" sz="quarter" idx="13"/>
          </p:nvPr>
        </p:nvSpPr>
        <p:spPr/>
        <p:txBody>
          <a:bodyPr/>
          <a:lstStyle/>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Start each new clause on a new line.</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Break long clauses into multiple lines and indent continued lines.</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Use all capital letters for each keyword.</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Capitalize the first letter in each word in column and table names.</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End each statement with a semicolon (;).</a:t>
            </a:r>
          </a:p>
          <a:p>
            <a:pPr marL="342900" marR="274320" lvl="0" indent="-342900">
              <a:spcBef>
                <a:spcPts val="0"/>
              </a:spcBef>
              <a:spcAft>
                <a:spcPts val="600"/>
              </a:spcAft>
              <a:buFont typeface="Symbol" panose="05050102010706020507" pitchFamily="18" charset="2"/>
              <a:buChar char=""/>
            </a:pPr>
            <a:r>
              <a:rPr lang="en-US" sz="1800" spc="-10" dirty="0">
                <a:effectLst/>
                <a:latin typeface="Times New Roman" panose="02020603050405020304" pitchFamily="18" charset="0"/>
                <a:ea typeface="Times New Roman" panose="02020603050405020304" pitchFamily="18" charset="0"/>
              </a:rPr>
              <a:t>Use </a:t>
            </a:r>
            <a:r>
              <a:rPr lang="en-US" sz="1800" i="1" spc="-10" dirty="0">
                <a:effectLst/>
                <a:latin typeface="Times New Roman" panose="02020603050405020304" pitchFamily="18" charset="0"/>
                <a:ea typeface="Times New Roman" panose="02020603050405020304" pitchFamily="18" charset="0"/>
              </a:rPr>
              <a:t>comments</a:t>
            </a:r>
            <a:r>
              <a:rPr lang="en-US" sz="1800" spc="-10" dirty="0">
                <a:effectLst/>
                <a:latin typeface="Times New Roman" panose="02020603050405020304" pitchFamily="18" charset="0"/>
                <a:ea typeface="Times New Roman" panose="02020603050405020304" pitchFamily="18" charset="0"/>
              </a:rPr>
              <a:t> to document code that’s difficult to understand.</a:t>
            </a:r>
          </a:p>
        </p:txBody>
      </p:sp>
      <p:sp>
        <p:nvSpPr>
          <p:cNvPr id="4" name="Footer Placeholder 3">
            <a:extLst>
              <a:ext uri="{FF2B5EF4-FFF2-40B4-BE49-F238E27FC236}">
                <a16:creationId xmlns:a16="http://schemas.microsoft.com/office/drawing/2014/main" id="{15046190-73D5-42F9-65BA-A1ECE18D079A}"/>
              </a:ext>
            </a:extLst>
          </p:cNvPr>
          <p:cNvSpPr>
            <a:spLocks noGrp="1"/>
          </p:cNvSpPr>
          <p:nvPr>
            <p:ph type="ftr" sz="quarter" idx="11"/>
          </p:nvPr>
        </p:nvSpPr>
        <p:spPr/>
        <p:txBody>
          <a:bodyPr/>
          <a:lstStyle/>
          <a:p>
            <a:pPr>
              <a:defRPr/>
            </a:pPr>
            <a:endParaRPr lang="en-US" dirty="0"/>
          </a:p>
        </p:txBody>
      </p:sp>
      <p:sp>
        <p:nvSpPr>
          <p:cNvPr id="5" name="Date Placeholder 4">
            <a:extLst>
              <a:ext uri="{FF2B5EF4-FFF2-40B4-BE49-F238E27FC236}">
                <a16:creationId xmlns:a16="http://schemas.microsoft.com/office/drawing/2014/main" id="{56FD261B-7809-2731-40CE-35985992438F}"/>
              </a:ext>
            </a:extLst>
          </p:cNvPr>
          <p:cNvSpPr>
            <a:spLocks noGrp="1"/>
          </p:cNvSpPr>
          <p:nvPr>
            <p:ph type="dt" sz="half" idx="10"/>
          </p:nvPr>
        </p:nvSpPr>
        <p:spPr/>
        <p:txBody>
          <a:bodyPr/>
          <a:lstStyle/>
          <a:p>
            <a:pPr>
              <a:defRPr/>
            </a:pPr>
            <a:r>
              <a:rPr lang="en-US"/>
              <a:t>Murach’s SQL Server 2022</a:t>
            </a:r>
            <a:endParaRPr lang="en-US" dirty="0"/>
          </a:p>
        </p:txBody>
      </p:sp>
      <p:sp>
        <p:nvSpPr>
          <p:cNvPr id="6" name="Slide Number Placeholder 5">
            <a:extLst>
              <a:ext uri="{FF2B5EF4-FFF2-40B4-BE49-F238E27FC236}">
                <a16:creationId xmlns:a16="http://schemas.microsoft.com/office/drawing/2014/main" id="{D621BF28-8881-BC46-FFEA-8C70D30F973A}"/>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C1, Slide </a:t>
            </a:r>
            <a:fld id="{BF5C1183-B085-4070-A402-C03A3F977D3D}" type="slidenum">
              <a:rPr lang="en-US" smtClean="0">
                <a:solidFill>
                  <a:schemeClr val="bg1"/>
                </a:solidFill>
              </a:rPr>
              <a:pPr>
                <a:defRPr/>
              </a:pPr>
              <a:t>32</a:t>
            </a:fld>
            <a:endParaRPr lang="en-US" dirty="0">
              <a:solidFill>
                <a:schemeClr val="bg1"/>
              </a:solidFill>
            </a:endParaRPr>
          </a:p>
        </p:txBody>
      </p:sp>
    </p:spTree>
    <p:extLst>
      <p:ext uri="{BB962C8B-B14F-4D97-AF65-F5344CB8AC3E}">
        <p14:creationId xmlns:p14="http://schemas.microsoft.com/office/powerpoint/2010/main" val="1434413494"/>
      </p:ext>
    </p:extLst>
  </p:cSld>
  <p:clrMapOvr>
    <a:masterClrMapping/>
  </p:clrMapOvr>
</p:sld>
</file>

<file path=ppt/theme/theme1.xml><?xml version="1.0" encoding="utf-8"?>
<a:theme xmlns:a="http://schemas.openxmlformats.org/drawingml/2006/main" name="Master slides_with_titles_logo">
  <a:themeElements>
    <a:clrScheme name="Master slid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Master slid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aster slide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aster slide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aster slide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aster slide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aster slide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aster slide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0A271138-EF40-43CF-B1D6-2A17D400D419}" vid="{7BCE82F2-E32A-4E55-A097-B4E12B0256E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Murach’s SQL Server 2022 slides template</Template>
  <TotalTime>1743</TotalTime>
  <Words>1534</Words>
  <Application>Microsoft Office PowerPoint</Application>
  <PresentationFormat>On-screen Show (4:3)</PresentationFormat>
  <Paragraphs>266</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Arial Narrow</vt:lpstr>
      <vt:lpstr>Courier New</vt:lpstr>
      <vt:lpstr>Symbol</vt:lpstr>
      <vt:lpstr>Times New Roman</vt:lpstr>
      <vt:lpstr>Master slides_with_titles_logo</vt:lpstr>
      <vt:lpstr>Murach’s SQL Server 2022 for Developers</vt:lpstr>
      <vt:lpstr>Objectives</vt:lpstr>
      <vt:lpstr>Objectives (cont.)</vt:lpstr>
      <vt:lpstr>A simple client/server system</vt:lpstr>
      <vt:lpstr>Client software, server software,  and the SQL interface </vt:lpstr>
      <vt:lpstr>A Windows-based system  that uses an application server </vt:lpstr>
      <vt:lpstr>A simple web-based system</vt:lpstr>
      <vt:lpstr>The Vendors table</vt:lpstr>
      <vt:lpstr>The relationship between two tables</vt:lpstr>
      <vt:lpstr>Three types of database table relationships</vt:lpstr>
      <vt:lpstr>One-to-one Relationship: Each employee with exactly one company car</vt:lpstr>
      <vt:lpstr>One-to-many Relationship: One manager assigned to many employees</vt:lpstr>
      <vt:lpstr>Many-to-many Relationship: Employees work on multiple projects, and each project has multiple employees</vt:lpstr>
      <vt:lpstr>The columns of the Invoices table</vt:lpstr>
      <vt:lpstr>Common SQL Server data types</vt:lpstr>
      <vt:lpstr>Standard SQL and dialects</vt:lpstr>
      <vt:lpstr>Relational databases</vt:lpstr>
      <vt:lpstr>SQL DML statements</vt:lpstr>
      <vt:lpstr>SQL DDL statements</vt:lpstr>
      <vt:lpstr>A statement that creates a new database</vt:lpstr>
      <vt:lpstr>A statement that creates a new table</vt:lpstr>
      <vt:lpstr>Statements that work with the table</vt:lpstr>
      <vt:lpstr>The Invoices base table</vt:lpstr>
      <vt:lpstr>A statement that retrieves and sorts selected columns and rows</vt:lpstr>
      <vt:lpstr>A statement that joins data from two tables</vt:lpstr>
      <vt:lpstr>The result set defined by the join</vt:lpstr>
      <vt:lpstr>A statement that adds a row to the Invoices table</vt:lpstr>
      <vt:lpstr>Two statements that update the data  in the Invoices table</vt:lpstr>
      <vt:lpstr>Two statements that delete data  from the Invoices table </vt:lpstr>
      <vt:lpstr>The importance of formatting your code</vt:lpstr>
      <vt:lpstr>Comments in SQL Server</vt:lpstr>
      <vt:lpstr>SQL coding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Murach’s SQL Server 2022</dc:title>
  <dc:creator>Joel Murach</dc:creator>
  <cp:lastModifiedBy>Dimpy Gill</cp:lastModifiedBy>
  <cp:revision>20</cp:revision>
  <cp:lastPrinted>2016-01-14T23:03:16Z</cp:lastPrinted>
  <dcterms:created xsi:type="dcterms:W3CDTF">2023-05-24T17:34:23Z</dcterms:created>
  <dcterms:modified xsi:type="dcterms:W3CDTF">2026-04-05T01:03:11Z</dcterms:modified>
</cp:coreProperties>
</file>